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9"/>
  </p:notesMasterIdLst>
  <p:sldIdLst>
    <p:sldId id="256" r:id="rId2"/>
    <p:sldId id="257" r:id="rId3"/>
    <p:sldId id="277" r:id="rId4"/>
    <p:sldId id="259" r:id="rId5"/>
    <p:sldId id="278" r:id="rId6"/>
    <p:sldId id="279" r:id="rId7"/>
    <p:sldId id="282" r:id="rId8"/>
    <p:sldId id="261" r:id="rId9"/>
    <p:sldId id="262" r:id="rId10"/>
    <p:sldId id="260" r:id="rId11"/>
    <p:sldId id="285" r:id="rId12"/>
    <p:sldId id="265" r:id="rId13"/>
    <p:sldId id="292" r:id="rId14"/>
    <p:sldId id="286" r:id="rId15"/>
    <p:sldId id="293" r:id="rId16"/>
    <p:sldId id="270" r:id="rId17"/>
    <p:sldId id="272" r:id="rId1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  <a:srgbClr val="647CB1"/>
    <a:srgbClr val="292929"/>
    <a:srgbClr val="DDF7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E925E1-0B7B-4B24-947C-1998A12E1094}" v="1054" dt="2026-05-30T10:29:34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84" autoAdjust="0"/>
    <p:restoredTop sz="72846" autoAdjust="0"/>
  </p:normalViewPr>
  <p:slideViewPr>
    <p:cSldViewPr snapToGrid="0" snapToObjects="1">
      <p:cViewPr varScale="1">
        <p:scale>
          <a:sx n="145" d="100"/>
          <a:sy n="145" d="100"/>
        </p:scale>
        <p:origin x="19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g Woo Choi" userId="56cb009ebe12deab" providerId="LiveId" clId="{91EB406C-7C3B-4B47-B2BE-1349EA203138}"/>
    <pc:docChg chg="undo custSel addSld delSld modSld sldOrd modMainMaster">
      <pc:chgData name="Sung Woo Choi" userId="56cb009ebe12deab" providerId="LiveId" clId="{91EB406C-7C3B-4B47-B2BE-1349EA203138}" dt="2026-05-30T10:29:34.269" v="2703"/>
      <pc:docMkLst>
        <pc:docMk/>
      </pc:docMkLst>
      <pc:sldChg chg="addSp modSp mod modNotesTx">
        <pc:chgData name="Sung Woo Choi" userId="56cb009ebe12deab" providerId="LiveId" clId="{91EB406C-7C3B-4B47-B2BE-1349EA203138}" dt="2026-05-30T10:14:31.415" v="2551" actId="20577"/>
        <pc:sldMkLst>
          <pc:docMk/>
          <pc:sldMk cId="0" sldId="256"/>
        </pc:sldMkLst>
        <pc:spChg chg="mod">
          <ac:chgData name="Sung Woo Choi" userId="56cb009ebe12deab" providerId="LiveId" clId="{91EB406C-7C3B-4B47-B2BE-1349EA203138}" dt="2026-05-30T09:36:13.879" v="2098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37:02.989" v="211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36:52.517" v="2106"/>
          <ac:spMkLst>
            <pc:docMk/>
            <pc:sldMk cId="0" sldId="256"/>
            <ac:spMk id="8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36:26.560" v="2100" actId="164"/>
          <ac:spMkLst>
            <pc:docMk/>
            <pc:sldMk cId="0" sldId="256"/>
            <ac:spMk id="9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36:26.560" v="2100" actId="164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36:26.560" v="2100" actId="164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36:26.560" v="2100" actId="164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36:26.560" v="2100" actId="164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36:26.560" v="2100" actId="164"/>
          <ac:spMkLst>
            <pc:docMk/>
            <pc:sldMk cId="0" sldId="256"/>
            <ac:spMk id="14" creationId="{00000000-0000-0000-0000-000000000000}"/>
          </ac:spMkLst>
        </pc:spChg>
        <pc:grpChg chg="add mod">
          <ac:chgData name="Sung Woo Choi" userId="56cb009ebe12deab" providerId="LiveId" clId="{91EB406C-7C3B-4B47-B2BE-1349EA203138}" dt="2026-05-30T09:36:28.065" v="2101" actId="1076"/>
          <ac:grpSpMkLst>
            <pc:docMk/>
            <pc:sldMk cId="0" sldId="256"/>
            <ac:grpSpMk id="16" creationId="{F20BAD30-8BC2-CD6E-ACF2-B5FE57E5895C}"/>
          </ac:grpSpMkLst>
        </pc:grpChg>
      </pc:sldChg>
      <pc:sldChg chg="addSp delSp modSp mod modNotesTx">
        <pc:chgData name="Sung Woo Choi" userId="56cb009ebe12deab" providerId="LiveId" clId="{91EB406C-7C3B-4B47-B2BE-1349EA203138}" dt="2026-05-30T10:27:49.700" v="2701" actId="1076"/>
        <pc:sldMkLst>
          <pc:docMk/>
          <pc:sldMk cId="0" sldId="257"/>
        </pc:sldMkLst>
        <pc:spChg chg="mod">
          <ac:chgData name="Sung Woo Choi" userId="56cb009ebe12deab" providerId="LiveId" clId="{91EB406C-7C3B-4B47-B2BE-1349EA203138}" dt="2026-05-29T10:39:22.197" v="1426" actId="404"/>
          <ac:spMkLst>
            <pc:docMk/>
            <pc:sldMk cId="0" sldId="257"/>
            <ac:spMk id="2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15:50.015" v="2565"/>
          <ac:spMkLst>
            <pc:docMk/>
            <pc:sldMk cId="0" sldId="257"/>
            <ac:spMk id="3" creationId="{00000000-0000-0000-0000-000000000000}"/>
          </ac:spMkLst>
        </pc:spChg>
        <pc:spChg chg="del">
          <ac:chgData name="Sung Woo Choi" userId="56cb009ebe12deab" providerId="LiveId" clId="{91EB406C-7C3B-4B47-B2BE-1349EA203138}" dt="2026-05-30T10:15:27.176" v="2555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Sung Woo Choi" userId="56cb009ebe12deab" providerId="LiveId" clId="{91EB406C-7C3B-4B47-B2BE-1349EA203138}" dt="2026-05-30T10:15:29.634" v="2556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Sung Woo Choi" userId="56cb009ebe12deab" providerId="LiveId" clId="{91EB406C-7C3B-4B47-B2BE-1349EA203138}" dt="2026-05-30T10:15:29.634" v="2556" actId="478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30T10:15:29.634" v="2556" actId="478"/>
          <ac:spMkLst>
            <pc:docMk/>
            <pc:sldMk cId="0" sldId="257"/>
            <ac:spMk id="8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28:44.779" v="2009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28:53.103" v="2011"/>
          <ac:spMkLst>
            <pc:docMk/>
            <pc:sldMk cId="0" sldId="257"/>
            <ac:spMk id="13" creationId="{00000000-0000-0000-0000-000000000000}"/>
          </ac:spMkLst>
        </pc:spChg>
        <pc:spChg chg="del">
          <ac:chgData name="Sung Woo Choi" userId="56cb009ebe12deab" providerId="LiveId" clId="{91EB406C-7C3B-4B47-B2BE-1349EA203138}" dt="2026-05-30T10:15:27.176" v="2555" actId="47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28:40.791" v="200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28:50.599" v="2010"/>
          <ac:spMkLst>
            <pc:docMk/>
            <pc:sldMk cId="0" sldId="257"/>
            <ac:spMk id="18" creationId="{00000000-0000-0000-0000-000000000000}"/>
          </ac:spMkLst>
        </pc:spChg>
        <pc:spChg chg="del">
          <ac:chgData name="Sung Woo Choi" userId="56cb009ebe12deab" providerId="LiveId" clId="{91EB406C-7C3B-4B47-B2BE-1349EA203138}" dt="2026-05-30T10:15:27.176" v="2555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Sung Woo Choi" userId="56cb009ebe12deab" providerId="LiveId" clId="{91EB406C-7C3B-4B47-B2BE-1349EA203138}" dt="2026-05-30T10:15:27.176" v="2555" actId="478"/>
          <ac:spMkLst>
            <pc:docMk/>
            <pc:sldMk cId="0" sldId="257"/>
            <ac:spMk id="22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30T10:15:27.176" v="2555" actId="478"/>
          <ac:spMkLst>
            <pc:docMk/>
            <pc:sldMk cId="0" sldId="257"/>
            <ac:spMk id="23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28:01.247" v="1997" actId="20577"/>
          <ac:spMkLst>
            <pc:docMk/>
            <pc:sldMk cId="0" sldId="257"/>
            <ac:spMk id="28" creationId="{00000000-0000-0000-0000-000000000000}"/>
          </ac:spMkLst>
        </pc:spChg>
        <pc:spChg chg="del">
          <ac:chgData name="Sung Woo Choi" userId="56cb009ebe12deab" providerId="LiveId" clId="{91EB406C-7C3B-4B47-B2BE-1349EA203138}" dt="2026-05-30T10:15:27.176" v="2555" actId="478"/>
          <ac:spMkLst>
            <pc:docMk/>
            <pc:sldMk cId="0" sldId="257"/>
            <ac:spMk id="29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30T10:15:27.176" v="2555" actId="478"/>
          <ac:spMkLst>
            <pc:docMk/>
            <pc:sldMk cId="0" sldId="257"/>
            <ac:spMk id="33" creationId="{00000000-0000-0000-0000-000000000000}"/>
          </ac:spMkLst>
        </pc:spChg>
        <pc:spChg chg="del">
          <ac:chgData name="Sung Woo Choi" userId="56cb009ebe12deab" providerId="LiveId" clId="{91EB406C-7C3B-4B47-B2BE-1349EA203138}" dt="2026-05-30T10:15:27.176" v="2555" actId="478"/>
          <ac:spMkLst>
            <pc:docMk/>
            <pc:sldMk cId="0" sldId="257"/>
            <ac:spMk id="34" creationId="{00000000-0000-0000-0000-000000000000}"/>
          </ac:spMkLst>
        </pc:spChg>
        <pc:spChg chg="del">
          <ac:chgData name="Sung Woo Choi" userId="56cb009ebe12deab" providerId="LiveId" clId="{91EB406C-7C3B-4B47-B2BE-1349EA203138}" dt="2026-05-30T10:15:27.176" v="2555" actId="478"/>
          <ac:spMkLst>
            <pc:docMk/>
            <pc:sldMk cId="0" sldId="257"/>
            <ac:spMk id="36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30T10:15:27.176" v="2555" actId="478"/>
          <ac:spMkLst>
            <pc:docMk/>
            <pc:sldMk cId="0" sldId="257"/>
            <ac:spMk id="38" creationId="{00000000-0000-0000-0000-000000000000}"/>
          </ac:spMkLst>
        </pc:spChg>
        <pc:spChg chg="del">
          <ac:chgData name="Sung Woo Choi" userId="56cb009ebe12deab" providerId="LiveId" clId="{91EB406C-7C3B-4B47-B2BE-1349EA203138}" dt="2026-05-30T10:27:43.776" v="2699" actId="478"/>
          <ac:spMkLst>
            <pc:docMk/>
            <pc:sldMk cId="0" sldId="257"/>
            <ac:spMk id="39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30T10:16:19.389" v="2567" actId="478"/>
          <ac:spMkLst>
            <pc:docMk/>
            <pc:sldMk cId="0" sldId="257"/>
            <ac:spMk id="40" creationId="{00000000-0000-0000-0000-000000000000}"/>
          </ac:spMkLst>
        </pc:spChg>
        <pc:spChg chg="add del mod">
          <ac:chgData name="Sung Woo Choi" userId="56cb009ebe12deab" providerId="LiveId" clId="{91EB406C-7C3B-4B47-B2BE-1349EA203138}" dt="2026-05-29T11:28:58.022" v="2012" actId="478"/>
          <ac:spMkLst>
            <pc:docMk/>
            <pc:sldMk cId="0" sldId="257"/>
            <ac:spMk id="42" creationId="{E1F4616B-0484-8447-A860-76E1675FBF47}"/>
          </ac:spMkLst>
        </pc:spChg>
        <pc:spChg chg="add del mod">
          <ac:chgData name="Sung Woo Choi" userId="56cb009ebe12deab" providerId="LiveId" clId="{91EB406C-7C3B-4B47-B2BE-1349EA203138}" dt="2026-05-29T11:28:58.022" v="2012" actId="478"/>
          <ac:spMkLst>
            <pc:docMk/>
            <pc:sldMk cId="0" sldId="257"/>
            <ac:spMk id="44" creationId="{26BB9227-F853-0BBD-A78C-516E89D4489C}"/>
          </ac:spMkLst>
        </pc:spChg>
        <pc:spChg chg="add del">
          <ac:chgData name="Sung Woo Choi" userId="56cb009ebe12deab" providerId="LiveId" clId="{91EB406C-7C3B-4B47-B2BE-1349EA203138}" dt="2026-05-30T10:14:46.903" v="2553" actId="22"/>
          <ac:spMkLst>
            <pc:docMk/>
            <pc:sldMk cId="0" sldId="257"/>
            <ac:spMk id="44" creationId="{BDC8FF4B-161B-08A8-D63A-27D584749B38}"/>
          </ac:spMkLst>
        </pc:spChg>
        <pc:spChg chg="add del mod">
          <ac:chgData name="Sung Woo Choi" userId="56cb009ebe12deab" providerId="LiveId" clId="{91EB406C-7C3B-4B47-B2BE-1349EA203138}" dt="2026-05-29T11:28:58.022" v="2012" actId="478"/>
          <ac:spMkLst>
            <pc:docMk/>
            <pc:sldMk cId="0" sldId="257"/>
            <ac:spMk id="45" creationId="{6EA20536-1494-6358-E6DE-3BD4B93FACF2}"/>
          </ac:spMkLst>
        </pc:spChg>
        <pc:spChg chg="add del mod">
          <ac:chgData name="Sung Woo Choi" userId="56cb009ebe12deab" providerId="LiveId" clId="{91EB406C-7C3B-4B47-B2BE-1349EA203138}" dt="2026-05-29T11:28:58.022" v="2012" actId="478"/>
          <ac:spMkLst>
            <pc:docMk/>
            <pc:sldMk cId="0" sldId="257"/>
            <ac:spMk id="46" creationId="{373E4D43-727B-9749-EDE3-3154BFE977DA}"/>
          </ac:spMkLst>
        </pc:spChg>
        <pc:spChg chg="add mod">
          <ac:chgData name="Sung Woo Choi" userId="56cb009ebe12deab" providerId="LiveId" clId="{91EB406C-7C3B-4B47-B2BE-1349EA203138}" dt="2026-05-29T11:28:31.390" v="2004"/>
          <ac:spMkLst>
            <pc:docMk/>
            <pc:sldMk cId="0" sldId="257"/>
            <ac:spMk id="47" creationId="{7ECB607E-B46B-5095-70EC-65D220143BF5}"/>
          </ac:spMkLst>
        </pc:spChg>
        <pc:spChg chg="add del mod">
          <ac:chgData name="Sung Woo Choi" userId="56cb009ebe12deab" providerId="LiveId" clId="{91EB406C-7C3B-4B47-B2BE-1349EA203138}" dt="2026-05-30T10:16:48.761" v="2571" actId="478"/>
          <ac:spMkLst>
            <pc:docMk/>
            <pc:sldMk cId="0" sldId="257"/>
            <ac:spMk id="47" creationId="{D2680A98-5A48-6EA7-407B-FA1DFEE85D49}"/>
          </ac:spMkLst>
        </pc:spChg>
        <pc:picChg chg="add mod">
          <ac:chgData name="Sung Woo Choi" userId="56cb009ebe12deab" providerId="LiveId" clId="{91EB406C-7C3B-4B47-B2BE-1349EA203138}" dt="2026-05-30T10:27:49.700" v="2701" actId="1076"/>
          <ac:picMkLst>
            <pc:docMk/>
            <pc:sldMk cId="0" sldId="257"/>
            <ac:picMk id="46" creationId="{5B1D7D63-1E46-F2CC-39CD-AAFA9D40096A}"/>
          </ac:picMkLst>
        </pc:picChg>
      </pc:sldChg>
      <pc:sldChg chg="del mod modShow">
        <pc:chgData name="Sung Woo Choi" userId="56cb009ebe12deab" providerId="LiveId" clId="{91EB406C-7C3B-4B47-B2BE-1349EA203138}" dt="2026-05-29T00:49:57.587" v="962" actId="47"/>
        <pc:sldMkLst>
          <pc:docMk/>
          <pc:sldMk cId="0" sldId="258"/>
        </pc:sldMkLst>
      </pc:sldChg>
      <pc:sldChg chg="modSp mod modNotesTx">
        <pc:chgData name="Sung Woo Choi" userId="56cb009ebe12deab" providerId="LiveId" clId="{91EB406C-7C3B-4B47-B2BE-1349EA203138}" dt="2026-05-30T10:17:50.650" v="2576" actId="6549"/>
        <pc:sldMkLst>
          <pc:docMk/>
          <pc:sldMk cId="0" sldId="259"/>
        </pc:sldMkLst>
        <pc:spChg chg="mod">
          <ac:chgData name="Sung Woo Choi" userId="56cb009ebe12deab" providerId="LiveId" clId="{91EB406C-7C3B-4B47-B2BE-1349EA203138}" dt="2026-05-29T10:48:54.908" v="1520" actId="403"/>
          <ac:spMkLst>
            <pc:docMk/>
            <pc:sldMk cId="0" sldId="259"/>
            <ac:spMk id="2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39:43.662" v="1434" actId="1076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 ord modNotesTx">
        <pc:chgData name="Sung Woo Choi" userId="56cb009ebe12deab" providerId="LiveId" clId="{91EB406C-7C3B-4B47-B2BE-1349EA203138}" dt="2026-05-30T10:18:55.137" v="2587" actId="20577"/>
        <pc:sldMkLst>
          <pc:docMk/>
          <pc:sldMk cId="0" sldId="260"/>
        </pc:sldMkLst>
        <pc:spChg chg="mod">
          <ac:chgData name="Sung Woo Choi" userId="56cb009ebe12deab" providerId="LiveId" clId="{91EB406C-7C3B-4B47-B2BE-1349EA203138}" dt="2026-05-29T10:41:36.071" v="1484" actId="403"/>
          <ac:spMkLst>
            <pc:docMk/>
            <pc:sldMk cId="0" sldId="260"/>
            <ac:spMk id="2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41:32.650" v="1478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Sung Woo Choi" userId="56cb009ebe12deab" providerId="LiveId" clId="{91EB406C-7C3B-4B47-B2BE-1349EA203138}" dt="2026-05-27T03:48:32.482" v="2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Sung Woo Choi" userId="56cb009ebe12deab" providerId="LiveId" clId="{91EB406C-7C3B-4B47-B2BE-1349EA203138}" dt="2026-05-27T03:48:36.143" v="3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Sung Woo Choi" userId="56cb009ebe12deab" providerId="LiveId" clId="{91EB406C-7C3B-4B47-B2BE-1349EA203138}" dt="2026-05-29T02:49:42.782" v="1173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Sung Woo Choi" userId="56cb009ebe12deab" providerId="LiveId" clId="{91EB406C-7C3B-4B47-B2BE-1349EA203138}" dt="2026-05-27T03:48:36.143" v="3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Sung Woo Choi" userId="56cb009ebe12deab" providerId="LiveId" clId="{91EB406C-7C3B-4B47-B2BE-1349EA203138}" dt="2026-05-27T03:48:36.143" v="3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24:04.648" v="1938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Sung Woo Choi" userId="56cb009ebe12deab" providerId="LiveId" clId="{91EB406C-7C3B-4B47-B2BE-1349EA203138}" dt="2026-05-27T03:48:36.143" v="3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ung Woo Choi" userId="56cb009ebe12deab" providerId="LiveId" clId="{91EB406C-7C3B-4B47-B2BE-1349EA203138}" dt="2026-05-27T03:48:36.143" v="3" actId="1076"/>
          <ac:spMkLst>
            <pc:docMk/>
            <pc:sldMk cId="0" sldId="260"/>
            <ac:spMk id="13" creationId="{00000000-0000-0000-0000-000000000000}"/>
          </ac:spMkLst>
        </pc:spChg>
        <pc:spChg chg="add mod ord">
          <ac:chgData name="Sung Woo Choi" userId="56cb009ebe12deab" providerId="LiveId" clId="{91EB406C-7C3B-4B47-B2BE-1349EA203138}" dt="2026-05-29T01:27:11.687" v="1083" actId="1076"/>
          <ac:spMkLst>
            <pc:docMk/>
            <pc:sldMk cId="0" sldId="260"/>
            <ac:spMk id="14" creationId="{AB1E53ED-D6F9-C7DB-B860-5133C96D722C}"/>
          </ac:spMkLst>
        </pc:spChg>
        <pc:spChg chg="mod">
          <ac:chgData name="Sung Woo Choi" userId="56cb009ebe12deab" providerId="LiveId" clId="{91EB406C-7C3B-4B47-B2BE-1349EA203138}" dt="2026-05-27T03:48:36.143" v="3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23:58.828" v="1937" actId="6549"/>
          <ac:spMkLst>
            <pc:docMk/>
            <pc:sldMk cId="0" sldId="260"/>
            <ac:spMk id="18" creationId="{00000000-0000-0000-0000-000000000000}"/>
          </ac:spMkLst>
        </pc:spChg>
        <pc:spChg chg="mod">
          <ac:chgData name="Sung Woo Choi" userId="56cb009ebe12deab" providerId="LiveId" clId="{91EB406C-7C3B-4B47-B2BE-1349EA203138}" dt="2026-05-27T03:48:36.143" v="3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ung Woo Choi" userId="56cb009ebe12deab" providerId="LiveId" clId="{91EB406C-7C3B-4B47-B2BE-1349EA203138}" dt="2026-05-29T02:50:03.095" v="1175" actId="20577"/>
          <ac:spMkLst>
            <pc:docMk/>
            <pc:sldMk cId="0" sldId="260"/>
            <ac:spMk id="21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29T01:27:05.466" v="1079" actId="478"/>
          <ac:spMkLst>
            <pc:docMk/>
            <pc:sldMk cId="0" sldId="260"/>
            <ac:spMk id="28" creationId="{00000000-0000-0000-0000-000000000000}"/>
          </ac:spMkLst>
        </pc:spChg>
        <pc:spChg chg="mod">
          <ac:chgData name="Sung Woo Choi" userId="56cb009ebe12deab" providerId="LiveId" clId="{91EB406C-7C3B-4B47-B2BE-1349EA203138}" dt="2026-05-27T03:48:36.143" v="3" actId="1076"/>
          <ac:spMkLst>
            <pc:docMk/>
            <pc:sldMk cId="0" sldId="260"/>
            <ac:spMk id="33" creationId="{6AAC1E28-68B2-8F99-F9A1-21C7EBAF1AC7}"/>
          </ac:spMkLst>
        </pc:spChg>
      </pc:sldChg>
      <pc:sldChg chg="addSp delSp modSp mod ord modNotesTx">
        <pc:chgData name="Sung Woo Choi" userId="56cb009ebe12deab" providerId="LiveId" clId="{91EB406C-7C3B-4B47-B2BE-1349EA203138}" dt="2026-05-30T10:18:51.209" v="2581" actId="20577"/>
        <pc:sldMkLst>
          <pc:docMk/>
          <pc:sldMk cId="0" sldId="261"/>
        </pc:sldMkLst>
        <pc:spChg chg="mod">
          <ac:chgData name="Sung Woo Choi" userId="56cb009ebe12deab" providerId="LiveId" clId="{91EB406C-7C3B-4B47-B2BE-1349EA203138}" dt="2026-05-29T10:41:08.891" v="1467" actId="403"/>
          <ac:spMkLst>
            <pc:docMk/>
            <pc:sldMk cId="0" sldId="261"/>
            <ac:spMk id="2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41:04.442" v="1461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Sung Woo Choi" userId="56cb009ebe12deab" providerId="LiveId" clId="{91EB406C-7C3B-4B47-B2BE-1349EA203138}" dt="2026-05-29T01:45:21.076" v="1142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Sung Woo Choi" userId="56cb009ebe12deab" providerId="LiveId" clId="{91EB406C-7C3B-4B47-B2BE-1349EA203138}" dt="2026-05-29T01:52:20.304" v="1159"/>
          <ac:spMkLst>
            <pc:docMk/>
            <pc:sldMk cId="0" sldId="261"/>
            <ac:spMk id="6" creationId="{00000000-0000-0000-0000-000000000000}"/>
          </ac:spMkLst>
        </pc:spChg>
        <pc:spChg chg="del">
          <ac:chgData name="Sung Woo Choi" userId="56cb009ebe12deab" providerId="LiveId" clId="{91EB406C-7C3B-4B47-B2BE-1349EA203138}" dt="2026-05-29T01:44:32.781" v="1128" actId="478"/>
          <ac:spMkLst>
            <pc:docMk/>
            <pc:sldMk cId="0" sldId="261"/>
            <ac:spMk id="7" creationId="{00000000-0000-0000-0000-000000000000}"/>
          </ac:spMkLst>
        </pc:spChg>
        <pc:spChg chg="add mod">
          <ac:chgData name="Sung Woo Choi" userId="56cb009ebe12deab" providerId="LiveId" clId="{91EB406C-7C3B-4B47-B2BE-1349EA203138}" dt="2026-05-29T11:23:09.750" v="1912" actId="1076"/>
          <ac:spMkLst>
            <pc:docMk/>
            <pc:sldMk cId="0" sldId="261"/>
            <ac:spMk id="7" creationId="{79486BB2-38EB-9571-88C8-3370D005A3C7}"/>
          </ac:spMkLst>
        </pc:spChg>
        <pc:spChg chg="del">
          <ac:chgData name="Sung Woo Choi" userId="56cb009ebe12deab" providerId="LiveId" clId="{91EB406C-7C3B-4B47-B2BE-1349EA203138}" dt="2026-05-29T01:44:46.700" v="1134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Sung Woo Choi" userId="56cb009ebe12deab" providerId="LiveId" clId="{91EB406C-7C3B-4B47-B2BE-1349EA203138}" dt="2026-05-29T01:44:53.270" v="1137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Sung Woo Choi" userId="56cb009ebe12deab" providerId="LiveId" clId="{91EB406C-7C3B-4B47-B2BE-1349EA203138}" dt="2026-05-29T01:44:53.270" v="1137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Sung Woo Choi" userId="56cb009ebe12deab" providerId="LiveId" clId="{91EB406C-7C3B-4B47-B2BE-1349EA203138}" dt="2026-05-29T01:44:53.270" v="1137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Sung Woo Choi" userId="56cb009ebe12deab" providerId="LiveId" clId="{91EB406C-7C3B-4B47-B2BE-1349EA203138}" dt="2026-05-29T01:44:53.270" v="1137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Sung Woo Choi" userId="56cb009ebe12deab" providerId="LiveId" clId="{91EB406C-7C3B-4B47-B2BE-1349EA203138}" dt="2026-05-29T01:44:53.270" v="1137" actId="478"/>
          <ac:spMkLst>
            <pc:docMk/>
            <pc:sldMk cId="0" sldId="261"/>
            <ac:spMk id="13" creationId="{00000000-0000-0000-0000-000000000000}"/>
          </ac:spMkLst>
        </pc:spChg>
        <pc:spChg chg="del">
          <ac:chgData name="Sung Woo Choi" userId="56cb009ebe12deab" providerId="LiveId" clId="{91EB406C-7C3B-4B47-B2BE-1349EA203138}" dt="2026-05-29T01:44:53.270" v="1137" actId="478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11:24.026" v="1777" actId="1076"/>
          <ac:spMkLst>
            <pc:docMk/>
            <pc:sldMk cId="0" sldId="261"/>
            <ac:spMk id="15" creationId="{00000000-0000-0000-0000-000000000000}"/>
          </ac:spMkLst>
        </pc:spChg>
        <pc:spChg chg="add del mod">
          <ac:chgData name="Sung Woo Choi" userId="56cb009ebe12deab" providerId="LiveId" clId="{91EB406C-7C3B-4B47-B2BE-1349EA203138}" dt="2026-05-29T11:23:14.450" v="1913" actId="478"/>
          <ac:spMkLst>
            <pc:docMk/>
            <pc:sldMk cId="0" sldId="261"/>
            <ac:spMk id="22" creationId="{BBC215F9-5AD4-5871-314F-E36E861532CD}"/>
          </ac:spMkLst>
        </pc:spChg>
        <pc:picChg chg="add del mod">
          <ac:chgData name="Sung Woo Choi" userId="56cb009ebe12deab" providerId="LiveId" clId="{91EB406C-7C3B-4B47-B2BE-1349EA203138}" dt="2026-05-29T01:44:41.029" v="1131" actId="478"/>
          <ac:picMkLst>
            <pc:docMk/>
            <pc:sldMk cId="0" sldId="261"/>
            <ac:picMk id="19" creationId="{A55DADFA-7B43-D8C6-BC0C-714307E5AC0D}"/>
          </ac:picMkLst>
        </pc:picChg>
        <pc:picChg chg="add mod">
          <ac:chgData name="Sung Woo Choi" userId="56cb009ebe12deab" providerId="LiveId" clId="{91EB406C-7C3B-4B47-B2BE-1349EA203138}" dt="2026-05-29T11:11:20.952" v="1776" actId="14100"/>
          <ac:picMkLst>
            <pc:docMk/>
            <pc:sldMk cId="0" sldId="261"/>
            <ac:picMk id="21" creationId="{0460196A-82D6-53E6-A9AE-B971177437AC}"/>
          </ac:picMkLst>
        </pc:picChg>
      </pc:sldChg>
      <pc:sldChg chg="addSp delSp modSp mod ord modNotesTx">
        <pc:chgData name="Sung Woo Choi" userId="56cb009ebe12deab" providerId="LiveId" clId="{91EB406C-7C3B-4B47-B2BE-1349EA203138}" dt="2026-05-30T10:18:53.589" v="2586" actId="20577"/>
        <pc:sldMkLst>
          <pc:docMk/>
          <pc:sldMk cId="0" sldId="262"/>
        </pc:sldMkLst>
        <pc:spChg chg="mod">
          <ac:chgData name="Sung Woo Choi" userId="56cb009ebe12deab" providerId="LiveId" clId="{91EB406C-7C3B-4B47-B2BE-1349EA203138}" dt="2026-05-29T10:41:21.761" v="1476" actId="404"/>
          <ac:spMkLst>
            <pc:docMk/>
            <pc:sldMk cId="0" sldId="262"/>
            <ac:spMk id="2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41:16.389" v="1468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49:39.899" v="1526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49:39.899" v="1526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49:39.899" v="1526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49:39.899" v="1526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49:39.899" v="1526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49:39.899" v="1526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49:39.899" v="1526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49:39.899" v="1526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49:39.899" v="1526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41:55.998" v="2254" actId="20577"/>
          <ac:spMkLst>
            <pc:docMk/>
            <pc:sldMk cId="0" sldId="262"/>
            <ac:spMk id="17" creationId="{00000000-0000-0000-0000-000000000000}"/>
          </ac:spMkLst>
        </pc:spChg>
        <pc:picChg chg="add del mod">
          <ac:chgData name="Sung Woo Choi" userId="56cb009ebe12deab" providerId="LiveId" clId="{91EB406C-7C3B-4B47-B2BE-1349EA203138}" dt="2026-05-29T01:24:23.346" v="1070" actId="478"/>
          <ac:picMkLst>
            <pc:docMk/>
            <pc:sldMk cId="0" sldId="262"/>
            <ac:picMk id="21" creationId="{55410CB2-505C-DF23-060B-05DFE743396C}"/>
          </ac:picMkLst>
        </pc:picChg>
      </pc:sldChg>
      <pc:sldChg chg="del mod modShow">
        <pc:chgData name="Sung Woo Choi" userId="56cb009ebe12deab" providerId="LiveId" clId="{91EB406C-7C3B-4B47-B2BE-1349EA203138}" dt="2026-05-30T09:37:35.472" v="2117" actId="47"/>
        <pc:sldMkLst>
          <pc:docMk/>
          <pc:sldMk cId="0" sldId="263"/>
        </pc:sldMkLst>
      </pc:sldChg>
      <pc:sldChg chg="addSp delSp modSp del mod">
        <pc:chgData name="Sung Woo Choi" userId="56cb009ebe12deab" providerId="LiveId" clId="{91EB406C-7C3B-4B47-B2BE-1349EA203138}" dt="2026-05-29T10:59:21.184" v="1613" actId="47"/>
        <pc:sldMkLst>
          <pc:docMk/>
          <pc:sldMk cId="0" sldId="264"/>
        </pc:sldMkLst>
        <pc:spChg chg="mod">
          <ac:chgData name="Sung Woo Choi" userId="56cb009ebe12deab" providerId="LiveId" clId="{91EB406C-7C3B-4B47-B2BE-1349EA203138}" dt="2026-05-29T10:42:52.534" v="1497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50:32.105" v="1534" actId="1076"/>
          <ac:spMkLst>
            <pc:docMk/>
            <pc:sldMk cId="0" sldId="264"/>
            <ac:spMk id="3" creationId="{00000000-0000-0000-0000-000000000000}"/>
          </ac:spMkLst>
        </pc:spChg>
        <pc:spChg chg="del">
          <ac:chgData name="Sung Woo Choi" userId="56cb009ebe12deab" providerId="LiveId" clId="{91EB406C-7C3B-4B47-B2BE-1349EA203138}" dt="2026-05-29T03:52:44.244" v="1203" actId="478"/>
          <ac:spMkLst>
            <pc:docMk/>
            <pc:sldMk cId="0" sldId="264"/>
            <ac:spMk id="5" creationId="{00000000-0000-0000-0000-000000000000}"/>
          </ac:spMkLst>
        </pc:spChg>
        <pc:spChg chg="mod">
          <ac:chgData name="Sung Woo Choi" userId="56cb009ebe12deab" providerId="LiveId" clId="{91EB406C-7C3B-4B47-B2BE-1349EA203138}" dt="2026-05-29T03:52:49.515" v="1204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Sung Woo Choi" userId="56cb009ebe12deab" providerId="LiveId" clId="{91EB406C-7C3B-4B47-B2BE-1349EA203138}" dt="2026-05-29T03:52:49.515" v="1204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Sung Woo Choi" userId="56cb009ebe12deab" providerId="LiveId" clId="{91EB406C-7C3B-4B47-B2BE-1349EA203138}" dt="2026-05-29T03:52:49.515" v="1204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Sung Woo Choi" userId="56cb009ebe12deab" providerId="LiveId" clId="{91EB406C-7C3B-4B47-B2BE-1349EA203138}" dt="2026-05-29T03:52:49.515" v="1204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Sung Woo Choi" userId="56cb009ebe12deab" providerId="LiveId" clId="{91EB406C-7C3B-4B47-B2BE-1349EA203138}" dt="2026-05-29T03:52:49.515" v="1204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ung Woo Choi" userId="56cb009ebe12deab" providerId="LiveId" clId="{91EB406C-7C3B-4B47-B2BE-1349EA203138}" dt="2026-05-29T03:52:49.515" v="1204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ung Woo Choi" userId="56cb009ebe12deab" providerId="LiveId" clId="{91EB406C-7C3B-4B47-B2BE-1349EA203138}" dt="2026-05-29T03:52:49.515" v="1204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ung Woo Choi" userId="56cb009ebe12deab" providerId="LiveId" clId="{91EB406C-7C3B-4B47-B2BE-1349EA203138}" dt="2026-05-29T03:52:49.515" v="1204" actId="1076"/>
          <ac:spMkLst>
            <pc:docMk/>
            <pc:sldMk cId="0" sldId="264"/>
            <ac:spMk id="13" creationId="{00000000-0000-0000-0000-000000000000}"/>
          </ac:spMkLst>
        </pc:spChg>
        <pc:spChg chg="add del">
          <ac:chgData name="Sung Woo Choi" userId="56cb009ebe12deab" providerId="LiveId" clId="{91EB406C-7C3B-4B47-B2BE-1349EA203138}" dt="2026-05-29T10:38:33.949" v="1411" actId="22"/>
          <ac:spMkLst>
            <pc:docMk/>
            <pc:sldMk cId="0" sldId="264"/>
            <ac:spMk id="20" creationId="{C303FF82-9B79-78FE-58A7-14B50A6ACB22}"/>
          </ac:spMkLst>
        </pc:spChg>
        <pc:spChg chg="add del">
          <ac:chgData name="Sung Woo Choi" userId="56cb009ebe12deab" providerId="LiveId" clId="{91EB406C-7C3B-4B47-B2BE-1349EA203138}" dt="2026-05-29T10:38:39.380" v="1413" actId="22"/>
          <ac:spMkLst>
            <pc:docMk/>
            <pc:sldMk cId="0" sldId="264"/>
            <ac:spMk id="22" creationId="{BF9DCE44-C1ED-21B3-A6E8-E91BF90CCBA2}"/>
          </ac:spMkLst>
        </pc:spChg>
      </pc:sldChg>
      <pc:sldChg chg="addSp delSp modSp add del mod modNotesTx">
        <pc:chgData name="Sung Woo Choi" userId="56cb009ebe12deab" providerId="LiveId" clId="{91EB406C-7C3B-4B47-B2BE-1349EA203138}" dt="2026-05-30T10:19:00.687" v="2589" actId="20577"/>
        <pc:sldMkLst>
          <pc:docMk/>
          <pc:sldMk cId="0" sldId="265"/>
        </pc:sldMkLst>
        <pc:spChg chg="del mod">
          <ac:chgData name="Sung Woo Choi" userId="56cb009ebe12deab" providerId="LiveId" clId="{91EB406C-7C3B-4B47-B2BE-1349EA203138}" dt="2026-05-29T11:00:44.805" v="1633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29T11:00:27.564" v="1626" actId="478"/>
          <ac:spMkLst>
            <pc:docMk/>
            <pc:sldMk cId="0" sldId="265"/>
            <ac:spMk id="3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2:59.935" v="1659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2:24.631" v="1647" actId="14100"/>
          <ac:spMkLst>
            <pc:docMk/>
            <pc:sldMk cId="0" sldId="265"/>
            <ac:spMk id="5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54:34.031" v="2399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54:34.031" v="2399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2:59.935" v="1659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2:28:07.462" v="2029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24:38.263" v="1942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24:38.263" v="1942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24:38.263" v="1942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24:38.263" v="1942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2:28:13.648" v="2030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2:49.336" v="1654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2:56.276" v="1658" actId="1076"/>
          <ac:spMkLst>
            <pc:docMk/>
            <pc:sldMk cId="0" sldId="265"/>
            <ac:spMk id="16" creationId="{00000000-0000-0000-0000-000000000000}"/>
          </ac:spMkLst>
        </pc:spChg>
        <pc:spChg chg="add del mod">
          <ac:chgData name="Sung Woo Choi" userId="56cb009ebe12deab" providerId="LiveId" clId="{91EB406C-7C3B-4B47-B2BE-1349EA203138}" dt="2026-05-29T11:06:26.946" v="1698" actId="478"/>
          <ac:spMkLst>
            <pc:docMk/>
            <pc:sldMk cId="0" sldId="265"/>
            <ac:spMk id="19" creationId="{3D66F05C-F929-9EF5-7911-2D68D9959ABB}"/>
          </ac:spMkLst>
        </pc:spChg>
        <pc:spChg chg="add mod">
          <ac:chgData name="Sung Woo Choi" userId="56cb009ebe12deab" providerId="LiveId" clId="{91EB406C-7C3B-4B47-B2BE-1349EA203138}" dt="2026-05-29T11:00:31.518" v="1627" actId="1076"/>
          <ac:spMkLst>
            <pc:docMk/>
            <pc:sldMk cId="0" sldId="265"/>
            <ac:spMk id="20" creationId="{9F3BE7C3-4140-E27C-507A-7B388CF80BD9}"/>
          </ac:spMkLst>
        </pc:spChg>
        <pc:spChg chg="add mod">
          <ac:chgData name="Sung Woo Choi" userId="56cb009ebe12deab" providerId="LiveId" clId="{91EB406C-7C3B-4B47-B2BE-1349EA203138}" dt="2026-05-30T10:07:53.063" v="2454"/>
          <ac:spMkLst>
            <pc:docMk/>
            <pc:sldMk cId="0" sldId="265"/>
            <ac:spMk id="21" creationId="{BE00150B-305C-03C8-A207-3634CD154F1F}"/>
          </ac:spMkLst>
        </pc:spChg>
        <pc:spChg chg="add mod">
          <ac:chgData name="Sung Woo Choi" userId="56cb009ebe12deab" providerId="LiveId" clId="{91EB406C-7C3B-4B47-B2BE-1349EA203138}" dt="2026-05-29T11:06:24.868" v="1697"/>
          <ac:spMkLst>
            <pc:docMk/>
            <pc:sldMk cId="0" sldId="265"/>
            <ac:spMk id="22" creationId="{6B2D1D1B-E509-6E11-B8A9-3DFE775E2CB7}"/>
          </ac:spMkLst>
        </pc:spChg>
      </pc:sldChg>
      <pc:sldChg chg="addSp modSp del">
        <pc:chgData name="Sung Woo Choi" userId="56cb009ebe12deab" providerId="LiveId" clId="{91EB406C-7C3B-4B47-B2BE-1349EA203138}" dt="2026-05-29T11:13:26.391" v="1791" actId="47"/>
        <pc:sldMkLst>
          <pc:docMk/>
          <pc:sldMk cId="0" sldId="266"/>
        </pc:sldMkLst>
        <pc:spChg chg="add mod">
          <ac:chgData name="Sung Woo Choi" userId="56cb009ebe12deab" providerId="LiveId" clId="{91EB406C-7C3B-4B47-B2BE-1349EA203138}" dt="2026-05-29T11:06:50.683" v="1703"/>
          <ac:spMkLst>
            <pc:docMk/>
            <pc:sldMk cId="0" sldId="266"/>
            <ac:spMk id="23" creationId="{A175062B-6D7E-425E-BAD0-F037A51DD436}"/>
          </ac:spMkLst>
        </pc:spChg>
      </pc:sldChg>
      <pc:sldChg chg="del">
        <pc:chgData name="Sung Woo Choi" userId="56cb009ebe12deab" providerId="LiveId" clId="{91EB406C-7C3B-4B47-B2BE-1349EA203138}" dt="2026-05-30T09:31:15.622" v="2054" actId="47"/>
        <pc:sldMkLst>
          <pc:docMk/>
          <pc:sldMk cId="0" sldId="267"/>
        </pc:sldMkLst>
      </pc:sldChg>
      <pc:sldChg chg="del">
        <pc:chgData name="Sung Woo Choi" userId="56cb009ebe12deab" providerId="LiveId" clId="{91EB406C-7C3B-4B47-B2BE-1349EA203138}" dt="2026-05-30T09:56:31.594" v="2405" actId="47"/>
        <pc:sldMkLst>
          <pc:docMk/>
          <pc:sldMk cId="0" sldId="268"/>
        </pc:sldMkLst>
      </pc:sldChg>
      <pc:sldChg chg="del">
        <pc:chgData name="Sung Woo Choi" userId="56cb009ebe12deab" providerId="LiveId" clId="{91EB406C-7C3B-4B47-B2BE-1349EA203138}" dt="2026-05-30T09:31:18.984" v="2055" actId="47"/>
        <pc:sldMkLst>
          <pc:docMk/>
          <pc:sldMk cId="0" sldId="269"/>
        </pc:sldMkLst>
      </pc:sldChg>
      <pc:sldChg chg="addSp delSp modSp mod modNotesTx">
        <pc:chgData name="Sung Woo Choi" userId="56cb009ebe12deab" providerId="LiveId" clId="{91EB406C-7C3B-4B47-B2BE-1349EA203138}" dt="2026-05-30T10:19:27.731" v="2591" actId="6549"/>
        <pc:sldMkLst>
          <pc:docMk/>
          <pc:sldMk cId="0" sldId="270"/>
        </pc:sldMkLst>
        <pc:spChg chg="mod">
          <ac:chgData name="Sung Woo Choi" userId="56cb009ebe12deab" providerId="LiveId" clId="{91EB406C-7C3B-4B47-B2BE-1349EA203138}" dt="2026-05-30T09:46:18.901" v="2287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46:21.757" v="2288"/>
          <ac:spMkLst>
            <pc:docMk/>
            <pc:sldMk cId="0" sldId="270"/>
            <ac:spMk id="6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46:42.156" v="2290" actId="27636"/>
          <ac:spMkLst>
            <pc:docMk/>
            <pc:sldMk cId="0" sldId="270"/>
            <ac:spMk id="8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47:06.062" v="2293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47:07.685" v="2294"/>
          <ac:spMkLst>
            <pc:docMk/>
            <pc:sldMk cId="0" sldId="270"/>
            <ac:spMk id="10" creationId="{00000000-0000-0000-0000-000000000000}"/>
          </ac:spMkLst>
        </pc:spChg>
        <pc:spChg chg="del">
          <ac:chgData name="Sung Woo Choi" userId="56cb009ebe12deab" providerId="LiveId" clId="{91EB406C-7C3B-4B47-B2BE-1349EA203138}" dt="2026-05-30T09:47:52.725" v="2304" actId="478"/>
          <ac:spMkLst>
            <pc:docMk/>
            <pc:sldMk cId="0" sldId="270"/>
            <ac:spMk id="11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47:26.238" v="2297" actId="27636"/>
          <ac:spMkLst>
            <pc:docMk/>
            <pc:sldMk cId="0" sldId="270"/>
            <ac:spMk id="12" creationId="{00000000-0000-0000-0000-000000000000}"/>
          </ac:spMkLst>
        </pc:spChg>
        <pc:spChg chg="add del">
          <ac:chgData name="Sung Woo Choi" userId="56cb009ebe12deab" providerId="LiveId" clId="{91EB406C-7C3B-4B47-B2BE-1349EA203138}" dt="2026-05-30T09:45:15.708" v="2261" actId="478"/>
          <ac:spMkLst>
            <pc:docMk/>
            <pc:sldMk cId="0" sldId="270"/>
            <ac:spMk id="13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47:46.497" v="2303" actId="2763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48:14.291" v="2310"/>
          <ac:spMkLst>
            <pc:docMk/>
            <pc:sldMk cId="0" sldId="270"/>
            <ac:spMk id="16" creationId="{00000000-0000-0000-0000-000000000000}"/>
          </ac:spMkLst>
        </pc:spChg>
        <pc:spChg chg="add mod ord">
          <ac:chgData name="Sung Woo Choi" userId="56cb009ebe12deab" providerId="LiveId" clId="{91EB406C-7C3B-4B47-B2BE-1349EA203138}" dt="2026-05-30T09:48:05.015" v="2309" actId="1076"/>
          <ac:spMkLst>
            <pc:docMk/>
            <pc:sldMk cId="0" sldId="270"/>
            <ac:spMk id="19" creationId="{79F45308-9174-C5C6-86C4-0CA7D4CA38B8}"/>
          </ac:spMkLst>
        </pc:spChg>
      </pc:sldChg>
      <pc:sldChg chg="del">
        <pc:chgData name="Sung Woo Choi" userId="56cb009ebe12deab" providerId="LiveId" clId="{91EB406C-7C3B-4B47-B2BE-1349EA203138}" dt="2026-05-29T07:25:42.307" v="1409" actId="47"/>
        <pc:sldMkLst>
          <pc:docMk/>
          <pc:sldMk cId="0" sldId="271"/>
        </pc:sldMkLst>
      </pc:sldChg>
      <pc:sldChg chg="modSp mod modNotesTx">
        <pc:chgData name="Sung Woo Choi" userId="56cb009ebe12deab" providerId="LiveId" clId="{91EB406C-7C3B-4B47-B2BE-1349EA203138}" dt="2026-05-30T10:05:27.404" v="2446" actId="113"/>
        <pc:sldMkLst>
          <pc:docMk/>
          <pc:sldMk cId="0" sldId="272"/>
        </pc:sldMkLst>
        <pc:spChg chg="mod">
          <ac:chgData name="Sung Woo Choi" userId="56cb009ebe12deab" providerId="LiveId" clId="{91EB406C-7C3B-4B47-B2BE-1349EA203138}" dt="2026-05-29T07:22:36.149" v="1345" actId="20577"/>
          <ac:spMkLst>
            <pc:docMk/>
            <pc:sldMk cId="0" sldId="272"/>
            <ac:spMk id="7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04:25.005" v="2436" actId="113"/>
          <ac:spMkLst>
            <pc:docMk/>
            <pc:sldMk cId="0" sldId="272"/>
            <ac:spMk id="9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05:24.240" v="2445" actId="107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05:27.404" v="2446" actId="113"/>
          <ac:spMkLst>
            <pc:docMk/>
            <pc:sldMk cId="0" sldId="272"/>
            <ac:spMk id="11" creationId="{00000000-0000-0000-0000-000000000000}"/>
          </ac:spMkLst>
        </pc:spChg>
      </pc:sldChg>
      <pc:sldChg chg="del">
        <pc:chgData name="Sung Woo Choi" userId="56cb009ebe12deab" providerId="LiveId" clId="{91EB406C-7C3B-4B47-B2BE-1349EA203138}" dt="2026-05-29T07:25:25.928" v="1408" actId="47"/>
        <pc:sldMkLst>
          <pc:docMk/>
          <pc:sldMk cId="0" sldId="273"/>
        </pc:sldMkLst>
      </pc:sldChg>
      <pc:sldChg chg="addSp delSp modSp add mod modNotesTx">
        <pc:chgData name="Sung Woo Choi" userId="56cb009ebe12deab" providerId="LiveId" clId="{91EB406C-7C3B-4B47-B2BE-1349EA203138}" dt="2026-05-30T10:17:30.601" v="2574" actId="20577"/>
        <pc:sldMkLst>
          <pc:docMk/>
          <pc:sldMk cId="716785226" sldId="277"/>
        </pc:sldMkLst>
        <pc:spChg chg="mod">
          <ac:chgData name="Sung Woo Choi" userId="56cb009ebe12deab" providerId="LiveId" clId="{91EB406C-7C3B-4B47-B2BE-1349EA203138}" dt="2026-05-29T10:39:33.639" v="1433" actId="403"/>
          <ac:spMkLst>
            <pc:docMk/>
            <pc:sldMk cId="716785226" sldId="277"/>
            <ac:spMk id="2" creationId="{36BA8E25-C7ED-FDFF-AFA9-435CC3883D2D}"/>
          </ac:spMkLst>
        </pc:spChg>
        <pc:spChg chg="mod">
          <ac:chgData name="Sung Woo Choi" userId="56cb009ebe12deab" providerId="LiveId" clId="{91EB406C-7C3B-4B47-B2BE-1349EA203138}" dt="2026-05-29T10:39:30.047" v="1427" actId="1076"/>
          <ac:spMkLst>
            <pc:docMk/>
            <pc:sldMk cId="716785226" sldId="277"/>
            <ac:spMk id="3" creationId="{8F44969B-3B8A-3107-9BDC-A83C9FF2743D}"/>
          </ac:spMkLst>
        </pc:spChg>
        <pc:spChg chg="mod">
          <ac:chgData name="Sung Woo Choi" userId="56cb009ebe12deab" providerId="LiveId" clId="{91EB406C-7C3B-4B47-B2BE-1349EA203138}" dt="2026-05-28T10:23:31.852" v="605"/>
          <ac:spMkLst>
            <pc:docMk/>
            <pc:sldMk cId="716785226" sldId="277"/>
            <ac:spMk id="5" creationId="{C5E6058E-6C2D-F138-4ABF-0FF66056771A}"/>
          </ac:spMkLst>
        </pc:spChg>
        <pc:spChg chg="mod">
          <ac:chgData name="Sung Woo Choi" userId="56cb009ebe12deab" providerId="LiveId" clId="{91EB406C-7C3B-4B47-B2BE-1349EA203138}" dt="2026-05-28T10:24:24.666" v="630" actId="6549"/>
          <ac:spMkLst>
            <pc:docMk/>
            <pc:sldMk cId="716785226" sldId="277"/>
            <ac:spMk id="6" creationId="{5A435AC5-792D-4F9C-D745-F7D5102B2671}"/>
          </ac:spMkLst>
        </pc:spChg>
        <pc:spChg chg="mod">
          <ac:chgData name="Sung Woo Choi" userId="56cb009ebe12deab" providerId="LiveId" clId="{91EB406C-7C3B-4B47-B2BE-1349EA203138}" dt="2026-05-28T10:24:38.068" v="631"/>
          <ac:spMkLst>
            <pc:docMk/>
            <pc:sldMk cId="716785226" sldId="277"/>
            <ac:spMk id="8" creationId="{F166FB58-818A-6FC3-E490-0EE419048E0B}"/>
          </ac:spMkLst>
        </pc:spChg>
        <pc:spChg chg="mod">
          <ac:chgData name="Sung Woo Choi" userId="56cb009ebe12deab" providerId="LiveId" clId="{91EB406C-7C3B-4B47-B2BE-1349EA203138}" dt="2026-05-28T07:16:12.749" v="500" actId="1076"/>
          <ac:spMkLst>
            <pc:docMk/>
            <pc:sldMk cId="716785226" sldId="277"/>
            <ac:spMk id="13" creationId="{5E86BF64-720A-B180-23DB-E77991D30160}"/>
          </ac:spMkLst>
        </pc:spChg>
        <pc:spChg chg="mod">
          <ac:chgData name="Sung Woo Choi" userId="56cb009ebe12deab" providerId="LiveId" clId="{91EB406C-7C3B-4B47-B2BE-1349EA203138}" dt="2026-05-28T07:16:07.138" v="497" actId="1076"/>
          <ac:spMkLst>
            <pc:docMk/>
            <pc:sldMk cId="716785226" sldId="277"/>
            <ac:spMk id="16" creationId="{542F6B02-DFC4-6D6B-7E6A-691B6ECA087E}"/>
          </ac:spMkLst>
        </pc:spChg>
        <pc:spChg chg="mod">
          <ac:chgData name="Sung Woo Choi" userId="56cb009ebe12deab" providerId="LiveId" clId="{91EB406C-7C3B-4B47-B2BE-1349EA203138}" dt="2026-05-28T07:17:45.574" v="508" actId="20577"/>
          <ac:spMkLst>
            <pc:docMk/>
            <pc:sldMk cId="716785226" sldId="277"/>
            <ac:spMk id="17" creationId="{FDC62717-F19E-46CE-E2A9-A53E1B71A798}"/>
          </ac:spMkLst>
        </pc:spChg>
        <pc:spChg chg="add mod">
          <ac:chgData name="Sung Woo Choi" userId="56cb009ebe12deab" providerId="LiveId" clId="{91EB406C-7C3B-4B47-B2BE-1349EA203138}" dt="2026-05-28T07:18:56.618" v="559" actId="20577"/>
          <ac:spMkLst>
            <pc:docMk/>
            <pc:sldMk cId="716785226" sldId="277"/>
            <ac:spMk id="19" creationId="{476A1E40-4DDD-1BC4-5CF8-844E0FD73ED5}"/>
          </ac:spMkLst>
        </pc:spChg>
      </pc:sldChg>
      <pc:sldChg chg="addSp delSp modSp add mod ord modNotesTx">
        <pc:chgData name="Sung Woo Choi" userId="56cb009ebe12deab" providerId="LiveId" clId="{91EB406C-7C3B-4B47-B2BE-1349EA203138}" dt="2026-05-30T10:18:03.266" v="2578" actId="6549"/>
        <pc:sldMkLst>
          <pc:docMk/>
          <pc:sldMk cId="2202275483" sldId="278"/>
        </pc:sldMkLst>
        <pc:spChg chg="mod">
          <ac:chgData name="Sung Woo Choi" userId="56cb009ebe12deab" providerId="LiveId" clId="{91EB406C-7C3B-4B47-B2BE-1349EA203138}" dt="2026-05-29T10:49:14.283" v="1521" actId="404"/>
          <ac:spMkLst>
            <pc:docMk/>
            <pc:sldMk cId="2202275483" sldId="278"/>
            <ac:spMk id="2" creationId="{1F748510-AADB-9BBC-3BDF-981CF2416BF6}"/>
          </ac:spMkLst>
        </pc:spChg>
        <pc:spChg chg="mod">
          <ac:chgData name="Sung Woo Choi" userId="56cb009ebe12deab" providerId="LiveId" clId="{91EB406C-7C3B-4B47-B2BE-1349EA203138}" dt="2026-05-29T10:40:10.976" v="1438" actId="1076"/>
          <ac:spMkLst>
            <pc:docMk/>
            <pc:sldMk cId="2202275483" sldId="278"/>
            <ac:spMk id="3" creationId="{C097BE97-DBA1-67B2-E3C4-C2843F8B1883}"/>
          </ac:spMkLst>
        </pc:spChg>
        <pc:spChg chg="del mod">
          <ac:chgData name="Sung Woo Choi" userId="56cb009ebe12deab" providerId="LiveId" clId="{91EB406C-7C3B-4B47-B2BE-1349EA203138}" dt="2026-05-29T10:40:04.562" v="1437" actId="478"/>
          <ac:spMkLst>
            <pc:docMk/>
            <pc:sldMk cId="2202275483" sldId="278"/>
            <ac:spMk id="4" creationId="{5EAE602A-7AEB-617D-6BE6-1304A308A7FA}"/>
          </ac:spMkLst>
        </pc:spChg>
        <pc:spChg chg="add mod">
          <ac:chgData name="Sung Woo Choi" userId="56cb009ebe12deab" providerId="LiveId" clId="{91EB406C-7C3B-4B47-B2BE-1349EA203138}" dt="2026-05-29T01:25:28.555" v="1074" actId="1076"/>
          <ac:spMkLst>
            <pc:docMk/>
            <pc:sldMk cId="2202275483" sldId="278"/>
            <ac:spMk id="8" creationId="{091EE4BC-D6FF-0D16-A78D-539482F3D725}"/>
          </ac:spMkLst>
        </pc:spChg>
        <pc:spChg chg="add mod">
          <ac:chgData name="Sung Woo Choi" userId="56cb009ebe12deab" providerId="LiveId" clId="{91EB406C-7C3B-4B47-B2BE-1349EA203138}" dt="2026-05-29T01:25:28.555" v="1074" actId="1076"/>
          <ac:spMkLst>
            <pc:docMk/>
            <pc:sldMk cId="2202275483" sldId="278"/>
            <ac:spMk id="9" creationId="{771A2363-B134-D07D-3BD7-71E9523D0E7D}"/>
          </ac:spMkLst>
        </pc:spChg>
        <pc:spChg chg="add mod">
          <ac:chgData name="Sung Woo Choi" userId="56cb009ebe12deab" providerId="LiveId" clId="{91EB406C-7C3B-4B47-B2BE-1349EA203138}" dt="2026-05-29T01:25:28.555" v="1074" actId="1076"/>
          <ac:spMkLst>
            <pc:docMk/>
            <pc:sldMk cId="2202275483" sldId="278"/>
            <ac:spMk id="10" creationId="{B32CFE8E-586D-0795-A0B1-C876508BDFE6}"/>
          </ac:spMkLst>
        </pc:spChg>
        <pc:spChg chg="add mod">
          <ac:chgData name="Sung Woo Choi" userId="56cb009ebe12deab" providerId="LiveId" clId="{91EB406C-7C3B-4B47-B2BE-1349EA203138}" dt="2026-05-29T01:25:28.555" v="1074" actId="1076"/>
          <ac:spMkLst>
            <pc:docMk/>
            <pc:sldMk cId="2202275483" sldId="278"/>
            <ac:spMk id="11" creationId="{E1CF8F90-15B3-54BC-6A4F-4AF6FDF53B46}"/>
          </ac:spMkLst>
        </pc:spChg>
        <pc:spChg chg="add mod">
          <ac:chgData name="Sung Woo Choi" userId="56cb009ebe12deab" providerId="LiveId" clId="{91EB406C-7C3B-4B47-B2BE-1349EA203138}" dt="2026-05-29T10:40:02.061" v="1436"/>
          <ac:spMkLst>
            <pc:docMk/>
            <pc:sldMk cId="2202275483" sldId="278"/>
            <ac:spMk id="19" creationId="{1FE7DEEB-42A8-A970-38CA-04A92493DDF8}"/>
          </ac:spMkLst>
        </pc:spChg>
        <pc:spChg chg="del">
          <ac:chgData name="Sung Woo Choi" userId="56cb009ebe12deab" providerId="LiveId" clId="{91EB406C-7C3B-4B47-B2BE-1349EA203138}" dt="2026-05-29T01:25:24.877" v="1073" actId="478"/>
          <ac:spMkLst>
            <pc:docMk/>
            <pc:sldMk cId="2202275483" sldId="278"/>
            <ac:spMk id="23" creationId="{07685A54-CE06-2535-0CDC-570A9FFBA4CC}"/>
          </ac:spMkLst>
        </pc:spChg>
        <pc:picChg chg="add mod modCrop">
          <ac:chgData name="Sung Woo Choi" userId="56cb009ebe12deab" providerId="LiveId" clId="{91EB406C-7C3B-4B47-B2BE-1349EA203138}" dt="2026-05-29T01:25:28.555" v="1074" actId="1076"/>
          <ac:picMkLst>
            <pc:docMk/>
            <pc:sldMk cId="2202275483" sldId="278"/>
            <ac:picMk id="6" creationId="{EA609CD6-8010-C381-3B0E-B4BE07CED809}"/>
          </ac:picMkLst>
        </pc:picChg>
        <pc:picChg chg="add mod">
          <ac:chgData name="Sung Woo Choi" userId="56cb009ebe12deab" providerId="LiveId" clId="{91EB406C-7C3B-4B47-B2BE-1349EA203138}" dt="2026-05-29T01:25:28.555" v="1074" actId="1076"/>
          <ac:picMkLst>
            <pc:docMk/>
            <pc:sldMk cId="2202275483" sldId="278"/>
            <ac:picMk id="13" creationId="{15B90E6F-1607-E033-612B-61C8ACCB90F2}"/>
          </ac:picMkLst>
        </pc:picChg>
        <pc:picChg chg="add del mod">
          <ac:chgData name="Sung Woo Choi" userId="56cb009ebe12deab" providerId="LiveId" clId="{91EB406C-7C3B-4B47-B2BE-1349EA203138}" dt="2026-05-29T01:13:22.915" v="1023" actId="478"/>
          <ac:picMkLst>
            <pc:docMk/>
            <pc:sldMk cId="2202275483" sldId="278"/>
            <ac:picMk id="14" creationId="{8B9E8865-00EA-D9BC-0316-DAAE2CE160E4}"/>
          </ac:picMkLst>
        </pc:picChg>
        <pc:picChg chg="add del mod">
          <ac:chgData name="Sung Woo Choi" userId="56cb009ebe12deab" providerId="LiveId" clId="{91EB406C-7C3B-4B47-B2BE-1349EA203138}" dt="2026-05-29T01:19:34.853" v="1029" actId="478"/>
          <ac:picMkLst>
            <pc:docMk/>
            <pc:sldMk cId="2202275483" sldId="278"/>
            <ac:picMk id="16" creationId="{A576CFAA-DCF5-B50C-CA3E-ACC85C21039E}"/>
          </ac:picMkLst>
        </pc:picChg>
        <pc:picChg chg="add mod">
          <ac:chgData name="Sung Woo Choi" userId="56cb009ebe12deab" providerId="LiveId" clId="{91EB406C-7C3B-4B47-B2BE-1349EA203138}" dt="2026-05-29T01:25:28.555" v="1074" actId="1076"/>
          <ac:picMkLst>
            <pc:docMk/>
            <pc:sldMk cId="2202275483" sldId="278"/>
            <ac:picMk id="18" creationId="{9EC8FBFE-8289-B501-71B0-AC0229AFD962}"/>
          </ac:picMkLst>
        </pc:picChg>
      </pc:sldChg>
      <pc:sldChg chg="addSp delSp modSp add mod modNotesTx">
        <pc:chgData name="Sung Woo Choi" userId="56cb009ebe12deab" providerId="LiveId" clId="{91EB406C-7C3B-4B47-B2BE-1349EA203138}" dt="2026-05-30T10:18:06.839" v="2579" actId="6549"/>
        <pc:sldMkLst>
          <pc:docMk/>
          <pc:sldMk cId="4063257973" sldId="279"/>
        </pc:sldMkLst>
        <pc:spChg chg="mod">
          <ac:chgData name="Sung Woo Choi" userId="56cb009ebe12deab" providerId="LiveId" clId="{91EB406C-7C3B-4B47-B2BE-1349EA203138}" dt="2026-05-29T10:40:53.247" v="1459" actId="404"/>
          <ac:spMkLst>
            <pc:docMk/>
            <pc:sldMk cId="4063257973" sldId="279"/>
            <ac:spMk id="2" creationId="{33A18004-A10B-A503-2C73-3CE941DD2297}"/>
          </ac:spMkLst>
        </pc:spChg>
        <pc:spChg chg="add del mod">
          <ac:chgData name="Sung Woo Choi" userId="56cb009ebe12deab" providerId="LiveId" clId="{91EB406C-7C3B-4B47-B2BE-1349EA203138}" dt="2026-05-29T10:40:48.573" v="1451" actId="1076"/>
          <ac:spMkLst>
            <pc:docMk/>
            <pc:sldMk cId="4063257973" sldId="279"/>
            <ac:spMk id="3" creationId="{E451331A-01BD-D5A5-7F3C-EF9DDC9BD7A0}"/>
          </ac:spMkLst>
        </pc:spChg>
        <pc:spChg chg="del">
          <ac:chgData name="Sung Woo Choi" userId="56cb009ebe12deab" providerId="LiveId" clId="{91EB406C-7C3B-4B47-B2BE-1349EA203138}" dt="2026-05-29T10:40:45.434" v="1449" actId="478"/>
          <ac:spMkLst>
            <pc:docMk/>
            <pc:sldMk cId="4063257973" sldId="279"/>
            <ac:spMk id="4" creationId="{3ED63083-9907-9CB3-25DE-C0A765EB9069}"/>
          </ac:spMkLst>
        </pc:spChg>
        <pc:spChg chg="del">
          <ac:chgData name="Sung Woo Choi" userId="56cb009ebe12deab" providerId="LiveId" clId="{91EB406C-7C3B-4B47-B2BE-1349EA203138}" dt="2026-05-29T00:27:30.181" v="871" actId="478"/>
          <ac:spMkLst>
            <pc:docMk/>
            <pc:sldMk cId="4063257973" sldId="279"/>
            <ac:spMk id="8" creationId="{1EC56483-8AF7-A1A0-7681-3939D1493984}"/>
          </ac:spMkLst>
        </pc:spChg>
        <pc:spChg chg="del">
          <ac:chgData name="Sung Woo Choi" userId="56cb009ebe12deab" providerId="LiveId" clId="{91EB406C-7C3B-4B47-B2BE-1349EA203138}" dt="2026-05-29T00:27:30.181" v="871" actId="478"/>
          <ac:spMkLst>
            <pc:docMk/>
            <pc:sldMk cId="4063257973" sldId="279"/>
            <ac:spMk id="9" creationId="{3C8DBD88-381C-4F5D-445B-C819009DCF4A}"/>
          </ac:spMkLst>
        </pc:spChg>
        <pc:spChg chg="del">
          <ac:chgData name="Sung Woo Choi" userId="56cb009ebe12deab" providerId="LiveId" clId="{91EB406C-7C3B-4B47-B2BE-1349EA203138}" dt="2026-05-29T00:27:30.181" v="871" actId="478"/>
          <ac:spMkLst>
            <pc:docMk/>
            <pc:sldMk cId="4063257973" sldId="279"/>
            <ac:spMk id="10" creationId="{3700D6EF-A2F2-2969-960B-9F48E1D50FAC}"/>
          </ac:spMkLst>
        </pc:spChg>
        <pc:spChg chg="del">
          <ac:chgData name="Sung Woo Choi" userId="56cb009ebe12deab" providerId="LiveId" clId="{91EB406C-7C3B-4B47-B2BE-1349EA203138}" dt="2026-05-29T00:27:30.181" v="871" actId="478"/>
          <ac:spMkLst>
            <pc:docMk/>
            <pc:sldMk cId="4063257973" sldId="279"/>
            <ac:spMk id="11" creationId="{B9C46545-32C7-B497-79E7-75387B2572BF}"/>
          </ac:spMkLst>
        </pc:spChg>
        <pc:spChg chg="add mod">
          <ac:chgData name="Sung Woo Choi" userId="56cb009ebe12deab" providerId="LiveId" clId="{91EB406C-7C3B-4B47-B2BE-1349EA203138}" dt="2026-05-29T00:41:52.528" v="893" actId="20577"/>
          <ac:spMkLst>
            <pc:docMk/>
            <pc:sldMk cId="4063257973" sldId="279"/>
            <ac:spMk id="16" creationId="{361D0EB0-0A83-7D21-F2AC-4E4C7A61A9E3}"/>
          </ac:spMkLst>
        </pc:spChg>
        <pc:spChg chg="add mod">
          <ac:chgData name="Sung Woo Choi" userId="56cb009ebe12deab" providerId="LiveId" clId="{91EB406C-7C3B-4B47-B2BE-1349EA203138}" dt="2026-05-29T00:48:44.039" v="947" actId="20577"/>
          <ac:spMkLst>
            <pc:docMk/>
            <pc:sldMk cId="4063257973" sldId="279"/>
            <ac:spMk id="20" creationId="{82CC84F3-0957-9DA0-4878-5E44336ADDDB}"/>
          </ac:spMkLst>
        </pc:spChg>
        <pc:spChg chg="del">
          <ac:chgData name="Sung Woo Choi" userId="56cb009ebe12deab" providerId="LiveId" clId="{91EB406C-7C3B-4B47-B2BE-1349EA203138}" dt="2026-05-29T00:27:30.181" v="871" actId="478"/>
          <ac:spMkLst>
            <pc:docMk/>
            <pc:sldMk cId="4063257973" sldId="279"/>
            <ac:spMk id="23" creationId="{3E26A8E0-AD77-1D2A-4F93-FA8194548341}"/>
          </ac:spMkLst>
        </pc:spChg>
        <pc:spChg chg="add mod">
          <ac:chgData name="Sung Woo Choi" userId="56cb009ebe12deab" providerId="LiveId" clId="{91EB406C-7C3B-4B47-B2BE-1349EA203138}" dt="2026-05-29T00:48:57.079" v="952" actId="1076"/>
          <ac:spMkLst>
            <pc:docMk/>
            <pc:sldMk cId="4063257973" sldId="279"/>
            <ac:spMk id="25" creationId="{69238A98-3378-72B2-E75B-0AACAF91A156}"/>
          </ac:spMkLst>
        </pc:spChg>
        <pc:spChg chg="add mod">
          <ac:chgData name="Sung Woo Choi" userId="56cb009ebe12deab" providerId="LiveId" clId="{91EB406C-7C3B-4B47-B2BE-1349EA203138}" dt="2026-05-29T10:40:45.830" v="1450"/>
          <ac:spMkLst>
            <pc:docMk/>
            <pc:sldMk cId="4063257973" sldId="279"/>
            <ac:spMk id="26" creationId="{5A650504-3268-7E5E-92B4-9F07C5139F9B}"/>
          </ac:spMkLst>
        </pc:spChg>
        <pc:picChg chg="del mod">
          <ac:chgData name="Sung Woo Choi" userId="56cb009ebe12deab" providerId="LiveId" clId="{91EB406C-7C3B-4B47-B2BE-1349EA203138}" dt="2026-05-29T00:27:30.181" v="871" actId="478"/>
          <ac:picMkLst>
            <pc:docMk/>
            <pc:sldMk cId="4063257973" sldId="279"/>
            <ac:picMk id="6" creationId="{58280651-5A7E-8A5B-6FA9-B339FCDCC39D}"/>
          </ac:picMkLst>
        </pc:picChg>
        <pc:picChg chg="add del mod">
          <ac:chgData name="Sung Woo Choi" userId="56cb009ebe12deab" providerId="LiveId" clId="{91EB406C-7C3B-4B47-B2BE-1349EA203138}" dt="2026-05-29T00:27:30.181" v="871" actId="478"/>
          <ac:picMkLst>
            <pc:docMk/>
            <pc:sldMk cId="4063257973" sldId="279"/>
            <ac:picMk id="15" creationId="{AE642ABE-0B02-BA3F-1C97-8F88F0475213}"/>
          </ac:picMkLst>
        </pc:picChg>
        <pc:picChg chg="add mod">
          <ac:chgData name="Sung Woo Choi" userId="56cb009ebe12deab" providerId="LiveId" clId="{91EB406C-7C3B-4B47-B2BE-1349EA203138}" dt="2026-05-29T00:47:01.069" v="898" actId="1076"/>
          <ac:picMkLst>
            <pc:docMk/>
            <pc:sldMk cId="4063257973" sldId="279"/>
            <ac:picMk id="18" creationId="{07AB52F5-3E06-FEF5-A582-2A3ACFD6DA66}"/>
          </ac:picMkLst>
        </pc:picChg>
        <pc:picChg chg="add mod">
          <ac:chgData name="Sung Woo Choi" userId="56cb009ebe12deab" providerId="LiveId" clId="{91EB406C-7C3B-4B47-B2BE-1349EA203138}" dt="2026-05-29T00:49:31.008" v="959" actId="1076"/>
          <ac:picMkLst>
            <pc:docMk/>
            <pc:sldMk cId="4063257973" sldId="279"/>
            <ac:picMk id="22" creationId="{3B9A8ED9-60F5-080C-108E-1178DF2037E1}"/>
          </ac:picMkLst>
        </pc:picChg>
      </pc:sldChg>
      <pc:sldChg chg="delSp modSp add del mod">
        <pc:chgData name="Sung Woo Choi" userId="56cb009ebe12deab" providerId="LiveId" clId="{91EB406C-7C3B-4B47-B2BE-1349EA203138}" dt="2026-05-29T01:21:48.642" v="1065" actId="47"/>
        <pc:sldMkLst>
          <pc:docMk/>
          <pc:sldMk cId="3828670662" sldId="280"/>
        </pc:sldMkLst>
        <pc:spChg chg="mod">
          <ac:chgData name="Sung Woo Choi" userId="56cb009ebe12deab" providerId="LiveId" clId="{91EB406C-7C3B-4B47-B2BE-1349EA203138}" dt="2026-05-29T00:27:26.241" v="870" actId="1076"/>
          <ac:spMkLst>
            <pc:docMk/>
            <pc:sldMk cId="3828670662" sldId="280"/>
            <ac:spMk id="8" creationId="{A4B9BE2E-7E36-38BA-1F9F-9CD7134E9187}"/>
          </ac:spMkLst>
        </pc:spChg>
        <pc:spChg chg="mod">
          <ac:chgData name="Sung Woo Choi" userId="56cb009ebe12deab" providerId="LiveId" clId="{91EB406C-7C3B-4B47-B2BE-1349EA203138}" dt="2026-05-29T00:27:26.241" v="870" actId="1076"/>
          <ac:spMkLst>
            <pc:docMk/>
            <pc:sldMk cId="3828670662" sldId="280"/>
            <ac:spMk id="9" creationId="{D7242385-D486-2662-A3E4-A516DB7599A6}"/>
          </ac:spMkLst>
        </pc:spChg>
        <pc:spChg chg="mod">
          <ac:chgData name="Sung Woo Choi" userId="56cb009ebe12deab" providerId="LiveId" clId="{91EB406C-7C3B-4B47-B2BE-1349EA203138}" dt="2026-05-29T00:27:26.241" v="870" actId="1076"/>
          <ac:spMkLst>
            <pc:docMk/>
            <pc:sldMk cId="3828670662" sldId="280"/>
            <ac:spMk id="10" creationId="{2565A7EF-A543-890E-FA6A-63BDC251D425}"/>
          </ac:spMkLst>
        </pc:spChg>
        <pc:spChg chg="mod">
          <ac:chgData name="Sung Woo Choi" userId="56cb009ebe12deab" providerId="LiveId" clId="{91EB406C-7C3B-4B47-B2BE-1349EA203138}" dt="2026-05-29T00:27:26.241" v="870" actId="1076"/>
          <ac:spMkLst>
            <pc:docMk/>
            <pc:sldMk cId="3828670662" sldId="280"/>
            <ac:spMk id="11" creationId="{ABE39432-17F8-8E09-640F-FB637C8A0B2F}"/>
          </ac:spMkLst>
        </pc:spChg>
        <pc:spChg chg="del">
          <ac:chgData name="Sung Woo Choi" userId="56cb009ebe12deab" providerId="LiveId" clId="{91EB406C-7C3B-4B47-B2BE-1349EA203138}" dt="2026-05-29T00:27:22.441" v="869" actId="478"/>
          <ac:spMkLst>
            <pc:docMk/>
            <pc:sldMk cId="3828670662" sldId="280"/>
            <ac:spMk id="23" creationId="{B89599E4-24DC-027C-6B3C-AC252775F9C5}"/>
          </ac:spMkLst>
        </pc:spChg>
        <pc:picChg chg="mod">
          <ac:chgData name="Sung Woo Choi" userId="56cb009ebe12deab" providerId="LiveId" clId="{91EB406C-7C3B-4B47-B2BE-1349EA203138}" dt="2026-05-29T00:27:26.241" v="870" actId="1076"/>
          <ac:picMkLst>
            <pc:docMk/>
            <pc:sldMk cId="3828670662" sldId="280"/>
            <ac:picMk id="6" creationId="{62EF608E-A8E3-B910-374B-058DBE9F1979}"/>
          </ac:picMkLst>
        </pc:picChg>
        <pc:picChg chg="mod">
          <ac:chgData name="Sung Woo Choi" userId="56cb009ebe12deab" providerId="LiveId" clId="{91EB406C-7C3B-4B47-B2BE-1349EA203138}" dt="2026-05-29T00:49:49.995" v="961" actId="1076"/>
          <ac:picMkLst>
            <pc:docMk/>
            <pc:sldMk cId="3828670662" sldId="280"/>
            <ac:picMk id="15" creationId="{90AD18A9-0858-366B-29DD-4E41997B1DC0}"/>
          </ac:picMkLst>
        </pc:picChg>
      </pc:sldChg>
      <pc:sldChg chg="addSp delSp modSp add del mod ord modShow">
        <pc:chgData name="Sung Woo Choi" userId="56cb009ebe12deab" providerId="LiveId" clId="{91EB406C-7C3B-4B47-B2BE-1349EA203138}" dt="2026-05-30T09:37:39.980" v="2118" actId="47"/>
        <pc:sldMkLst>
          <pc:docMk/>
          <pc:sldMk cId="4166143405" sldId="281"/>
        </pc:sldMkLst>
        <pc:spChg chg="add mod">
          <ac:chgData name="Sung Woo Choi" userId="56cb009ebe12deab" providerId="LiveId" clId="{91EB406C-7C3B-4B47-B2BE-1349EA203138}" dt="2026-05-29T01:21:32.877" v="1059" actId="14100"/>
          <ac:spMkLst>
            <pc:docMk/>
            <pc:sldMk cId="4166143405" sldId="281"/>
            <ac:spMk id="5" creationId="{72AC0166-78F8-03D8-5D21-2F152C169942}"/>
          </ac:spMkLst>
        </pc:spChg>
        <pc:spChg chg="mod">
          <ac:chgData name="Sung Woo Choi" userId="56cb009ebe12deab" providerId="LiveId" clId="{91EB406C-7C3B-4B47-B2BE-1349EA203138}" dt="2026-05-29T01:05:37.886" v="970" actId="1076"/>
          <ac:spMkLst>
            <pc:docMk/>
            <pc:sldMk cId="4166143405" sldId="281"/>
            <ac:spMk id="8" creationId="{19CA8906-0122-4190-81CC-1AFA4924C854}"/>
          </ac:spMkLst>
        </pc:spChg>
        <pc:spChg chg="mod">
          <ac:chgData name="Sung Woo Choi" userId="56cb009ebe12deab" providerId="LiveId" clId="{91EB406C-7C3B-4B47-B2BE-1349EA203138}" dt="2026-05-29T01:21:34.699" v="1060" actId="14100"/>
          <ac:spMkLst>
            <pc:docMk/>
            <pc:sldMk cId="4166143405" sldId="281"/>
            <ac:spMk id="9" creationId="{AAE788BF-F239-6F53-E0E5-BE1459EC964F}"/>
          </ac:spMkLst>
        </pc:spChg>
        <pc:spChg chg="mod">
          <ac:chgData name="Sung Woo Choi" userId="56cb009ebe12deab" providerId="LiveId" clId="{91EB406C-7C3B-4B47-B2BE-1349EA203138}" dt="2026-05-29T01:05:37.886" v="970" actId="1076"/>
          <ac:spMkLst>
            <pc:docMk/>
            <pc:sldMk cId="4166143405" sldId="281"/>
            <ac:spMk id="10" creationId="{662D81E9-356D-F580-FC30-B0BB4FF849F7}"/>
          </ac:spMkLst>
        </pc:spChg>
        <pc:spChg chg="mod">
          <ac:chgData name="Sung Woo Choi" userId="56cb009ebe12deab" providerId="LiveId" clId="{91EB406C-7C3B-4B47-B2BE-1349EA203138}" dt="2026-05-29T01:05:37.886" v="970" actId="1076"/>
          <ac:spMkLst>
            <pc:docMk/>
            <pc:sldMk cId="4166143405" sldId="281"/>
            <ac:spMk id="11" creationId="{D2A2E2A1-DC95-8FB3-5F2C-C767A8098B16}"/>
          </ac:spMkLst>
        </pc:spChg>
        <pc:spChg chg="add mod">
          <ac:chgData name="Sung Woo Choi" userId="56cb009ebe12deab" providerId="LiveId" clId="{91EB406C-7C3B-4B47-B2BE-1349EA203138}" dt="2026-05-29T01:21:43.826" v="1064" actId="1076"/>
          <ac:spMkLst>
            <pc:docMk/>
            <pc:sldMk cId="4166143405" sldId="281"/>
            <ac:spMk id="12" creationId="{97737D6F-5653-B861-7ECB-F92017B7F9E1}"/>
          </ac:spMkLst>
        </pc:spChg>
        <pc:spChg chg="add mod">
          <ac:chgData name="Sung Woo Choi" userId="56cb009ebe12deab" providerId="LiveId" clId="{91EB406C-7C3B-4B47-B2BE-1349EA203138}" dt="2026-05-29T01:21:39.596" v="1062" actId="1076"/>
          <ac:spMkLst>
            <pc:docMk/>
            <pc:sldMk cId="4166143405" sldId="281"/>
            <ac:spMk id="13" creationId="{79222EB3-7659-7DB8-E5C0-BB66E5D0759E}"/>
          </ac:spMkLst>
        </pc:spChg>
        <pc:picChg chg="mod">
          <ac:chgData name="Sung Woo Choi" userId="56cb009ebe12deab" providerId="LiveId" clId="{91EB406C-7C3B-4B47-B2BE-1349EA203138}" dt="2026-05-29T01:05:33.896" v="969" actId="1076"/>
          <ac:picMkLst>
            <pc:docMk/>
            <pc:sldMk cId="4166143405" sldId="281"/>
            <ac:picMk id="6" creationId="{C9A58377-2993-2873-BDF2-DF5704118101}"/>
          </ac:picMkLst>
        </pc:picChg>
        <pc:picChg chg="del">
          <ac:chgData name="Sung Woo Choi" userId="56cb009ebe12deab" providerId="LiveId" clId="{91EB406C-7C3B-4B47-B2BE-1349EA203138}" dt="2026-05-29T01:12:11.202" v="1022" actId="478"/>
          <ac:picMkLst>
            <pc:docMk/>
            <pc:sldMk cId="4166143405" sldId="281"/>
            <ac:picMk id="15" creationId="{67491CA8-637F-AD3B-B885-73543A6D3F02}"/>
          </ac:picMkLst>
        </pc:picChg>
        <pc:picChg chg="add mod">
          <ac:chgData name="Sung Woo Choi" userId="56cb009ebe12deab" providerId="LiveId" clId="{91EB406C-7C3B-4B47-B2BE-1349EA203138}" dt="2026-05-29T01:21:26.198" v="1056" actId="1076"/>
          <ac:picMkLst>
            <pc:docMk/>
            <pc:sldMk cId="4166143405" sldId="281"/>
            <ac:picMk id="16" creationId="{A833F77F-AD8F-7007-5C9B-7672F4A78438}"/>
          </ac:picMkLst>
        </pc:picChg>
        <pc:picChg chg="add mod">
          <ac:chgData name="Sung Woo Choi" userId="56cb009ebe12deab" providerId="LiveId" clId="{91EB406C-7C3B-4B47-B2BE-1349EA203138}" dt="2026-05-29T01:21:30.552" v="1058" actId="14100"/>
          <ac:picMkLst>
            <pc:docMk/>
            <pc:sldMk cId="4166143405" sldId="281"/>
            <ac:picMk id="18" creationId="{DFE3A335-FE39-2E6E-AF86-677B1051BCDA}"/>
          </ac:picMkLst>
        </pc:picChg>
      </pc:sldChg>
      <pc:sldChg chg="addSp delSp modSp add mod modNotesTx">
        <pc:chgData name="Sung Woo Choi" userId="56cb009ebe12deab" providerId="LiveId" clId="{91EB406C-7C3B-4B47-B2BE-1349EA203138}" dt="2026-05-30T10:18:09.762" v="2580" actId="6549"/>
        <pc:sldMkLst>
          <pc:docMk/>
          <pc:sldMk cId="3174221561" sldId="282"/>
        </pc:sldMkLst>
        <pc:spChg chg="del">
          <ac:chgData name="Sung Woo Choi" userId="56cb009ebe12deab" providerId="LiveId" clId="{91EB406C-7C3B-4B47-B2BE-1349EA203138}" dt="2026-05-29T10:40:37.095" v="1447" actId="478"/>
          <ac:spMkLst>
            <pc:docMk/>
            <pc:sldMk cId="3174221561" sldId="282"/>
            <ac:spMk id="2" creationId="{5216D8D9-6528-2B01-B78B-68F6F3B249D7}"/>
          </ac:spMkLst>
        </pc:spChg>
        <pc:spChg chg="del">
          <ac:chgData name="Sung Woo Choi" userId="56cb009ebe12deab" providerId="LiveId" clId="{91EB406C-7C3B-4B47-B2BE-1349EA203138}" dt="2026-05-29T01:19:59.393" v="1036" actId="478"/>
          <ac:spMkLst>
            <pc:docMk/>
            <pc:sldMk cId="3174221561" sldId="282"/>
            <ac:spMk id="3" creationId="{89A2C627-E5ED-8EB1-37DA-0996590225CC}"/>
          </ac:spMkLst>
        </pc:spChg>
        <pc:spChg chg="del">
          <ac:chgData name="Sung Woo Choi" userId="56cb009ebe12deab" providerId="LiveId" clId="{91EB406C-7C3B-4B47-B2BE-1349EA203138}" dt="2026-05-29T10:40:38.805" v="1448" actId="478"/>
          <ac:spMkLst>
            <pc:docMk/>
            <pc:sldMk cId="3174221561" sldId="282"/>
            <ac:spMk id="4" creationId="{9AC347B2-95E9-85C2-CAC8-5846017E6A28}"/>
          </ac:spMkLst>
        </pc:spChg>
        <pc:spChg chg="add del mod">
          <ac:chgData name="Sung Woo Choi" userId="56cb009ebe12deab" providerId="LiveId" clId="{91EB406C-7C3B-4B47-B2BE-1349EA203138}" dt="2026-05-29T10:40:37.095" v="1447" actId="478"/>
          <ac:spMkLst>
            <pc:docMk/>
            <pc:sldMk cId="3174221561" sldId="282"/>
            <ac:spMk id="5" creationId="{4B7DE088-E644-1976-CF19-9FAC4CCF374E}"/>
          </ac:spMkLst>
        </pc:spChg>
        <pc:spChg chg="mod">
          <ac:chgData name="Sung Woo Choi" userId="56cb009ebe12deab" providerId="LiveId" clId="{91EB406C-7C3B-4B47-B2BE-1349EA203138}" dt="2026-05-29T01:25:20.598" v="1072" actId="1076"/>
          <ac:spMkLst>
            <pc:docMk/>
            <pc:sldMk cId="3174221561" sldId="282"/>
            <ac:spMk id="8" creationId="{8A05E979-B975-8824-E3E0-70CCD5D88652}"/>
          </ac:spMkLst>
        </pc:spChg>
        <pc:spChg chg="mod">
          <ac:chgData name="Sung Woo Choi" userId="56cb009ebe12deab" providerId="LiveId" clId="{91EB406C-7C3B-4B47-B2BE-1349EA203138}" dt="2026-05-29T01:25:20.598" v="1072" actId="1076"/>
          <ac:spMkLst>
            <pc:docMk/>
            <pc:sldMk cId="3174221561" sldId="282"/>
            <ac:spMk id="9" creationId="{D8799AF0-E670-6808-F917-A4365D7F3D41}"/>
          </ac:spMkLst>
        </pc:spChg>
        <pc:spChg chg="mod">
          <ac:chgData name="Sung Woo Choi" userId="56cb009ebe12deab" providerId="LiveId" clId="{91EB406C-7C3B-4B47-B2BE-1349EA203138}" dt="2026-05-29T01:25:20.598" v="1072" actId="1076"/>
          <ac:spMkLst>
            <pc:docMk/>
            <pc:sldMk cId="3174221561" sldId="282"/>
            <ac:spMk id="10" creationId="{3FE61267-7ECD-4668-D16D-68FE345A8D4C}"/>
          </ac:spMkLst>
        </pc:spChg>
        <pc:spChg chg="mod">
          <ac:chgData name="Sung Woo Choi" userId="56cb009ebe12deab" providerId="LiveId" clId="{91EB406C-7C3B-4B47-B2BE-1349EA203138}" dt="2026-05-29T01:25:20.598" v="1072" actId="1076"/>
          <ac:spMkLst>
            <pc:docMk/>
            <pc:sldMk cId="3174221561" sldId="282"/>
            <ac:spMk id="11" creationId="{0923CA7B-557C-9648-89AD-BBE8B25281A9}"/>
          </ac:spMkLst>
        </pc:spChg>
        <pc:spChg chg="add del mod">
          <ac:chgData name="Sung Woo Choi" userId="56cb009ebe12deab" providerId="LiveId" clId="{91EB406C-7C3B-4B47-B2BE-1349EA203138}" dt="2026-05-29T10:40:37.095" v="1447" actId="478"/>
          <ac:spMkLst>
            <pc:docMk/>
            <pc:sldMk cId="3174221561" sldId="282"/>
            <ac:spMk id="14" creationId="{CD0C3DEC-39B0-BBA4-D021-C68C1B5756FA}"/>
          </ac:spMkLst>
        </pc:spChg>
        <pc:spChg chg="add mod">
          <ac:chgData name="Sung Woo Choi" userId="56cb009ebe12deab" providerId="LiveId" clId="{91EB406C-7C3B-4B47-B2BE-1349EA203138}" dt="2026-05-29T10:40:57.561" v="1460"/>
          <ac:spMkLst>
            <pc:docMk/>
            <pc:sldMk cId="3174221561" sldId="282"/>
            <ac:spMk id="15" creationId="{48C69270-5143-9A78-ACCB-A44D23045961}"/>
          </ac:spMkLst>
        </pc:spChg>
        <pc:spChg chg="add mod">
          <ac:chgData name="Sung Woo Choi" userId="56cb009ebe12deab" providerId="LiveId" clId="{91EB406C-7C3B-4B47-B2BE-1349EA203138}" dt="2026-05-29T10:40:57.561" v="1460"/>
          <ac:spMkLst>
            <pc:docMk/>
            <pc:sldMk cId="3174221561" sldId="282"/>
            <ac:spMk id="16" creationId="{1F8A96A0-28B4-6F39-90CF-AF3D572597FF}"/>
          </ac:spMkLst>
        </pc:spChg>
        <pc:spChg chg="add mod">
          <ac:chgData name="Sung Woo Choi" userId="56cb009ebe12deab" providerId="LiveId" clId="{91EB406C-7C3B-4B47-B2BE-1349EA203138}" dt="2026-05-29T10:40:57.561" v="1460"/>
          <ac:spMkLst>
            <pc:docMk/>
            <pc:sldMk cId="3174221561" sldId="282"/>
            <ac:spMk id="17" creationId="{F19AAB16-26AE-785E-DFDA-ED1F1F4EB0FC}"/>
          </ac:spMkLst>
        </pc:spChg>
        <pc:spChg chg="del">
          <ac:chgData name="Sung Woo Choi" userId="56cb009ebe12deab" providerId="LiveId" clId="{91EB406C-7C3B-4B47-B2BE-1349EA203138}" dt="2026-05-29T01:25:14.390" v="1071" actId="478"/>
          <ac:spMkLst>
            <pc:docMk/>
            <pc:sldMk cId="3174221561" sldId="282"/>
            <ac:spMk id="23" creationId="{030C021F-544C-2BF8-1507-2F5671AF8714}"/>
          </ac:spMkLst>
        </pc:spChg>
        <pc:picChg chg="mod">
          <ac:chgData name="Sung Woo Choi" userId="56cb009ebe12deab" providerId="LiveId" clId="{91EB406C-7C3B-4B47-B2BE-1349EA203138}" dt="2026-05-29T01:25:20.598" v="1072" actId="1076"/>
          <ac:picMkLst>
            <pc:docMk/>
            <pc:sldMk cId="3174221561" sldId="282"/>
            <ac:picMk id="6" creationId="{AC67A4BC-EB57-BB20-2841-CECCDBB32681}"/>
          </ac:picMkLst>
        </pc:picChg>
        <pc:picChg chg="add mod">
          <ac:chgData name="Sung Woo Choi" userId="56cb009ebe12deab" providerId="LiveId" clId="{91EB406C-7C3B-4B47-B2BE-1349EA203138}" dt="2026-05-29T01:25:20.598" v="1072" actId="1076"/>
          <ac:picMkLst>
            <pc:docMk/>
            <pc:sldMk cId="3174221561" sldId="282"/>
            <ac:picMk id="12" creationId="{441675C5-7F04-1F9D-9AC9-2B7C4343F5CF}"/>
          </ac:picMkLst>
        </pc:picChg>
        <pc:picChg chg="mod">
          <ac:chgData name="Sung Woo Choi" userId="56cb009ebe12deab" providerId="LiveId" clId="{91EB406C-7C3B-4B47-B2BE-1349EA203138}" dt="2026-05-29T01:25:20.598" v="1072" actId="1076"/>
          <ac:picMkLst>
            <pc:docMk/>
            <pc:sldMk cId="3174221561" sldId="282"/>
            <ac:picMk id="13" creationId="{81A04806-D8AA-1275-5E45-512C7C9E88A9}"/>
          </ac:picMkLst>
        </pc:picChg>
        <pc:picChg chg="del">
          <ac:chgData name="Sung Woo Choi" userId="56cb009ebe12deab" providerId="LiveId" clId="{91EB406C-7C3B-4B47-B2BE-1349EA203138}" dt="2026-05-29T01:20:02.919" v="1038" actId="478"/>
          <ac:picMkLst>
            <pc:docMk/>
            <pc:sldMk cId="3174221561" sldId="282"/>
            <ac:picMk id="18" creationId="{4840E75A-5F74-8EF5-3310-9DA597EC2E47}"/>
          </ac:picMkLst>
        </pc:picChg>
      </pc:sldChg>
      <pc:sldChg chg="add del mod modShow">
        <pc:chgData name="Sung Woo Choi" userId="56cb009ebe12deab" providerId="LiveId" clId="{91EB406C-7C3B-4B47-B2BE-1349EA203138}" dt="2026-05-30T09:37:34.158" v="2116" actId="47"/>
        <pc:sldMkLst>
          <pc:docMk/>
          <pc:sldMk cId="1814746031" sldId="283"/>
        </pc:sldMkLst>
      </pc:sldChg>
      <pc:sldChg chg="add del mod modShow">
        <pc:chgData name="Sung Woo Choi" userId="56cb009ebe12deab" providerId="LiveId" clId="{91EB406C-7C3B-4B47-B2BE-1349EA203138}" dt="2026-05-30T09:37:32.702" v="2115" actId="47"/>
        <pc:sldMkLst>
          <pc:docMk/>
          <pc:sldMk cId="2814528020" sldId="284"/>
        </pc:sldMkLst>
      </pc:sldChg>
      <pc:sldChg chg="addSp delSp modSp add mod modNotesTx">
        <pc:chgData name="Sung Woo Choi" userId="56cb009ebe12deab" providerId="LiveId" clId="{91EB406C-7C3B-4B47-B2BE-1349EA203138}" dt="2026-05-30T10:18:58.636" v="2588" actId="20577"/>
        <pc:sldMkLst>
          <pc:docMk/>
          <pc:sldMk cId="0" sldId="285"/>
        </pc:sldMkLst>
        <pc:spChg chg="del mod">
          <ac:chgData name="Sung Woo Choi" userId="56cb009ebe12deab" providerId="LiveId" clId="{91EB406C-7C3B-4B47-B2BE-1349EA203138}" dt="2026-05-29T10:43:05.638" v="1500" actId="478"/>
          <ac:spMkLst>
            <pc:docMk/>
            <pc:sldMk cId="0" sldId="285"/>
            <ac:spMk id="2" creationId="{00000000-0000-0000-0000-000000000000}"/>
          </ac:spMkLst>
        </pc:spChg>
        <pc:spChg chg="del">
          <ac:chgData name="Sung Woo Choi" userId="56cb009ebe12deab" providerId="LiveId" clId="{91EB406C-7C3B-4B47-B2BE-1349EA203138}" dt="2026-05-29T10:43:06.673" v="1501" actId="478"/>
          <ac:spMkLst>
            <pc:docMk/>
            <pc:sldMk cId="0" sldId="285"/>
            <ac:spMk id="3" creationId="{00000000-0000-0000-0000-000000000000}"/>
          </ac:spMkLst>
        </pc:spChg>
        <pc:spChg chg="add mod ord">
          <ac:chgData name="Sung Woo Choi" userId="56cb009ebe12deab" providerId="LiveId" clId="{91EB406C-7C3B-4B47-B2BE-1349EA203138}" dt="2026-05-29T11:00:59.334" v="1634" actId="1076"/>
          <ac:spMkLst>
            <pc:docMk/>
            <pc:sldMk cId="0" sldId="285"/>
            <ac:spMk id="3" creationId="{A2033F1C-9B48-D8AA-24DB-9B54A2655963}"/>
          </ac:spMkLst>
        </pc:spChg>
        <pc:spChg chg="mod">
          <ac:chgData name="Sung Woo Choi" userId="56cb009ebe12deab" providerId="LiveId" clId="{91EB406C-7C3B-4B47-B2BE-1349EA203138}" dt="2026-05-29T11:00:59.334" v="1634" actId="1076"/>
          <ac:spMkLst>
            <pc:docMk/>
            <pc:sldMk cId="0" sldId="285"/>
            <ac:spMk id="4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0:59.334" v="1634" actId="1076"/>
          <ac:spMkLst>
            <pc:docMk/>
            <pc:sldMk cId="0" sldId="285"/>
            <ac:spMk id="5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43:15.432" v="1503" actId="1076"/>
          <ac:spMkLst>
            <pc:docMk/>
            <pc:sldMk cId="0" sldId="285"/>
            <ac:spMk id="6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0:59.334" v="1634" actId="1076"/>
          <ac:spMkLst>
            <pc:docMk/>
            <pc:sldMk cId="0" sldId="285"/>
            <ac:spMk id="7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0:59.334" v="1634" actId="1076"/>
          <ac:spMkLst>
            <pc:docMk/>
            <pc:sldMk cId="0" sldId="285"/>
            <ac:spMk id="8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54:49.520" v="1552" actId="1076"/>
          <ac:spMkLst>
            <pc:docMk/>
            <pc:sldMk cId="0" sldId="285"/>
            <ac:spMk id="9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2:27:36.777" v="2028" actId="20577"/>
          <ac:spMkLst>
            <pc:docMk/>
            <pc:sldMk cId="0" sldId="285"/>
            <ac:spMk id="10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0:59.334" v="1634" actId="1076"/>
          <ac:spMkLst>
            <pc:docMk/>
            <pc:sldMk cId="0" sldId="285"/>
            <ac:spMk id="11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54:43.504" v="1551" actId="1076"/>
          <ac:spMkLst>
            <pc:docMk/>
            <pc:sldMk cId="0" sldId="285"/>
            <ac:spMk id="12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0:59.334" v="1634" actId="1076"/>
          <ac:spMkLst>
            <pc:docMk/>
            <pc:sldMk cId="0" sldId="285"/>
            <ac:spMk id="13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0:59.334" v="1634" actId="1076"/>
          <ac:spMkLst>
            <pc:docMk/>
            <pc:sldMk cId="0" sldId="285"/>
            <ac:spMk id="14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0:59.334" v="1634" actId="1076"/>
          <ac:spMkLst>
            <pc:docMk/>
            <pc:sldMk cId="0" sldId="285"/>
            <ac:spMk id="15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54:12.381" v="2398" actId="14100"/>
          <ac:spMkLst>
            <pc:docMk/>
            <pc:sldMk cId="0" sldId="285"/>
            <ac:spMk id="16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0:59.334" v="1634" actId="1076"/>
          <ac:spMkLst>
            <pc:docMk/>
            <pc:sldMk cId="0" sldId="285"/>
            <ac:spMk id="17" creationId="{00000000-0000-0000-0000-000000000000}"/>
          </ac:spMkLst>
        </pc:spChg>
        <pc:spChg chg="del">
          <ac:chgData name="Sung Woo Choi" userId="56cb009ebe12deab" providerId="LiveId" clId="{91EB406C-7C3B-4B47-B2BE-1349EA203138}" dt="2026-05-29T10:44:35.727" v="1514" actId="478"/>
          <ac:spMkLst>
            <pc:docMk/>
            <pc:sldMk cId="0" sldId="285"/>
            <ac:spMk id="18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0:54:28.355" v="1545" actId="1076"/>
          <ac:spMkLst>
            <pc:docMk/>
            <pc:sldMk cId="0" sldId="285"/>
            <ac:spMk id="19" creationId="{00000000-0000-0000-0000-000000000000}"/>
          </ac:spMkLst>
        </pc:spChg>
        <pc:spChg chg="add mod">
          <ac:chgData name="Sung Woo Choi" userId="56cb009ebe12deab" providerId="LiveId" clId="{91EB406C-7C3B-4B47-B2BE-1349EA203138}" dt="2026-05-29T11:00:35.727" v="1628"/>
          <ac:spMkLst>
            <pc:docMk/>
            <pc:sldMk cId="0" sldId="285"/>
            <ac:spMk id="21" creationId="{3591E72A-A6AA-FFCB-ABDB-824ECECCE949}"/>
          </ac:spMkLst>
        </pc:spChg>
        <pc:spChg chg="add mod">
          <ac:chgData name="Sung Woo Choi" userId="56cb009ebe12deab" providerId="LiveId" clId="{91EB406C-7C3B-4B47-B2BE-1349EA203138}" dt="2026-05-29T10:42:59.315" v="1498"/>
          <ac:spMkLst>
            <pc:docMk/>
            <pc:sldMk cId="0" sldId="285"/>
            <ac:spMk id="21" creationId="{F908AE0D-66B7-37DB-8A08-05E63CD3A337}"/>
          </ac:spMkLst>
        </pc:spChg>
        <pc:spChg chg="add mod">
          <ac:chgData name="Sung Woo Choi" userId="56cb009ebe12deab" providerId="LiveId" clId="{91EB406C-7C3B-4B47-B2BE-1349EA203138}" dt="2026-05-29T10:42:59.315" v="1498"/>
          <ac:spMkLst>
            <pc:docMk/>
            <pc:sldMk cId="0" sldId="285"/>
            <ac:spMk id="22" creationId="{A73B36BC-F23F-8F7F-A579-F6F5F1E30F2E}"/>
          </ac:spMkLst>
        </pc:spChg>
        <pc:spChg chg="add mod">
          <ac:chgData name="Sung Woo Choi" userId="56cb009ebe12deab" providerId="LiveId" clId="{91EB406C-7C3B-4B47-B2BE-1349EA203138}" dt="2026-05-29T10:42:59.315" v="1498"/>
          <ac:spMkLst>
            <pc:docMk/>
            <pc:sldMk cId="0" sldId="285"/>
            <ac:spMk id="23" creationId="{2FF98810-D087-5D66-7F03-92E39980F698}"/>
          </ac:spMkLst>
        </pc:spChg>
        <pc:spChg chg="add mod">
          <ac:chgData name="Sung Woo Choi" userId="56cb009ebe12deab" providerId="LiveId" clId="{91EB406C-7C3B-4B47-B2BE-1349EA203138}" dt="2026-05-29T10:43:07.493" v="1502"/>
          <ac:spMkLst>
            <pc:docMk/>
            <pc:sldMk cId="0" sldId="285"/>
            <ac:spMk id="24" creationId="{2F9F49FF-914D-5C45-E5C4-082CE94B113E}"/>
          </ac:spMkLst>
        </pc:spChg>
        <pc:spChg chg="add mod">
          <ac:chgData name="Sung Woo Choi" userId="56cb009ebe12deab" providerId="LiveId" clId="{91EB406C-7C3B-4B47-B2BE-1349EA203138}" dt="2026-05-29T10:43:07.493" v="1502"/>
          <ac:spMkLst>
            <pc:docMk/>
            <pc:sldMk cId="0" sldId="285"/>
            <ac:spMk id="25" creationId="{99527DB2-DC75-4E73-9A93-BDA763681BED}"/>
          </ac:spMkLst>
        </pc:spChg>
        <pc:spChg chg="add mod">
          <ac:chgData name="Sung Woo Choi" userId="56cb009ebe12deab" providerId="LiveId" clId="{91EB406C-7C3B-4B47-B2BE-1349EA203138}" dt="2026-05-29T10:43:07.493" v="1502"/>
          <ac:spMkLst>
            <pc:docMk/>
            <pc:sldMk cId="0" sldId="285"/>
            <ac:spMk id="26" creationId="{FEFC8209-13FC-25D6-C8E2-C95958357941}"/>
          </ac:spMkLst>
        </pc:spChg>
        <pc:grpChg chg="add mod">
          <ac:chgData name="Sung Woo Choi" userId="56cb009ebe12deab" providerId="LiveId" clId="{91EB406C-7C3B-4B47-B2BE-1349EA203138}" dt="2026-05-29T10:59:37.780" v="1615" actId="1076"/>
          <ac:grpSpMkLst>
            <pc:docMk/>
            <pc:sldMk cId="0" sldId="285"/>
            <ac:grpSpMk id="2" creationId="{DFBEA319-E25B-6DE1-079C-ED95FBEDA6EE}"/>
          </ac:grpSpMkLst>
        </pc:grpChg>
        <pc:grpChg chg="add mod">
          <ac:chgData name="Sung Woo Choi" userId="56cb009ebe12deab" providerId="LiveId" clId="{91EB406C-7C3B-4B47-B2BE-1349EA203138}" dt="2026-05-29T10:59:37.780" v="1615" actId="1076"/>
          <ac:grpSpMkLst>
            <pc:docMk/>
            <pc:sldMk cId="0" sldId="285"/>
            <ac:grpSpMk id="18" creationId="{1AC27F20-D296-3C04-3ED6-A8D56D6E313B}"/>
          </ac:grpSpMkLst>
        </pc:grpChg>
        <pc:picChg chg="add mod">
          <ac:chgData name="Sung Woo Choi" userId="56cb009ebe12deab" providerId="LiveId" clId="{91EB406C-7C3B-4B47-B2BE-1349EA203138}" dt="2026-05-29T10:59:37.780" v="1615" actId="1076"/>
          <ac:picMkLst>
            <pc:docMk/>
            <pc:sldMk cId="0" sldId="285"/>
            <ac:picMk id="1026" creationId="{BC239B91-66A2-B9DA-5684-47B553D37B72}"/>
          </ac:picMkLst>
        </pc:picChg>
      </pc:sldChg>
      <pc:sldChg chg="add del">
        <pc:chgData name="Sung Woo Choi" userId="56cb009ebe12deab" providerId="LiveId" clId="{91EB406C-7C3B-4B47-B2BE-1349EA203138}" dt="2026-05-29T01:27:51.840" v="1085" actId="47"/>
        <pc:sldMkLst>
          <pc:docMk/>
          <pc:sldMk cId="2665586944" sldId="285"/>
        </pc:sldMkLst>
      </pc:sldChg>
      <pc:sldChg chg="addSp delSp modSp add mod">
        <pc:chgData name="Sung Woo Choi" userId="56cb009ebe12deab" providerId="LiveId" clId="{91EB406C-7C3B-4B47-B2BE-1349EA203138}" dt="2026-05-30T10:20:31.663" v="2604" actId="571"/>
        <pc:sldMkLst>
          <pc:docMk/>
          <pc:sldMk cId="0" sldId="286"/>
        </pc:sldMkLst>
        <pc:spChg chg="del mod">
          <ac:chgData name="Sung Woo Choi" userId="56cb009ebe12deab" providerId="LiveId" clId="{91EB406C-7C3B-4B47-B2BE-1349EA203138}" dt="2026-05-29T11:08:24.229" v="1737" actId="478"/>
          <ac:spMkLst>
            <pc:docMk/>
            <pc:sldMk cId="0" sldId="286"/>
            <ac:spMk id="2" creationId="{00000000-0000-0000-0000-000000000000}"/>
          </ac:spMkLst>
        </pc:spChg>
        <pc:spChg chg="add mod">
          <ac:chgData name="Sung Woo Choi" userId="56cb009ebe12deab" providerId="LiveId" clId="{91EB406C-7C3B-4B47-B2BE-1349EA203138}" dt="2026-05-30T10:20:31.663" v="2604" actId="571"/>
          <ac:spMkLst>
            <pc:docMk/>
            <pc:sldMk cId="0" sldId="286"/>
            <ac:spMk id="2" creationId="{5E500014-5E08-BB9D-B0B5-5577DE331198}"/>
          </ac:spMkLst>
        </pc:spChg>
        <pc:spChg chg="del">
          <ac:chgData name="Sung Woo Choi" userId="56cb009ebe12deab" providerId="LiveId" clId="{91EB406C-7C3B-4B47-B2BE-1349EA203138}" dt="2026-05-29T11:08:29.074" v="1738" actId="478"/>
          <ac:spMkLst>
            <pc:docMk/>
            <pc:sldMk cId="0" sldId="286"/>
            <ac:spMk id="3" creationId="{00000000-0000-0000-0000-000000000000}"/>
          </ac:spMkLst>
        </pc:spChg>
        <pc:spChg chg="add mod">
          <ac:chgData name="Sung Woo Choi" userId="56cb009ebe12deab" providerId="LiveId" clId="{91EB406C-7C3B-4B47-B2BE-1349EA203138}" dt="2026-05-30T10:20:31.663" v="2604" actId="571"/>
          <ac:spMkLst>
            <pc:docMk/>
            <pc:sldMk cId="0" sldId="286"/>
            <ac:spMk id="3" creationId="{3D5424BD-2465-5E1C-E23F-76E2ED3C8517}"/>
          </ac:spMkLst>
        </pc:spChg>
        <pc:spChg chg="mod">
          <ac:chgData name="Sung Woo Choi" userId="56cb009ebe12deab" providerId="LiveId" clId="{91EB406C-7C3B-4B47-B2BE-1349EA203138}" dt="2026-05-30T10:06:07.989" v="2450" actId="1076"/>
          <ac:spMkLst>
            <pc:docMk/>
            <pc:sldMk cId="0" sldId="286"/>
            <ac:spMk id="4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06:46.585" v="2451" actId="1076"/>
          <ac:spMkLst>
            <pc:docMk/>
            <pc:sldMk cId="0" sldId="286"/>
            <ac:spMk id="5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07:21.925" v="2453" actId="207"/>
          <ac:spMkLst>
            <pc:docMk/>
            <pc:sldMk cId="0" sldId="286"/>
            <ac:spMk id="6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06:07.989" v="2450" actId="1076"/>
          <ac:spMkLst>
            <pc:docMk/>
            <pc:sldMk cId="0" sldId="286"/>
            <ac:spMk id="7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06:07.989" v="2450" actId="1076"/>
          <ac:spMkLst>
            <pc:docMk/>
            <pc:sldMk cId="0" sldId="286"/>
            <ac:spMk id="8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06:07.989" v="2450" actId="1076"/>
          <ac:spMkLst>
            <pc:docMk/>
            <pc:sldMk cId="0" sldId="286"/>
            <ac:spMk id="9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06:07.989" v="2450" actId="1076"/>
          <ac:spMkLst>
            <pc:docMk/>
            <pc:sldMk cId="0" sldId="286"/>
            <ac:spMk id="10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06:07.989" v="2450" actId="1076"/>
          <ac:spMkLst>
            <pc:docMk/>
            <pc:sldMk cId="0" sldId="286"/>
            <ac:spMk id="11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13:42.027" v="2549" actId="20577"/>
          <ac:spMkLst>
            <pc:docMk/>
            <pc:sldMk cId="0" sldId="286"/>
            <ac:spMk id="12" creationId="{00000000-0000-0000-0000-000000000000}"/>
          </ac:spMkLst>
        </pc:spChg>
        <pc:spChg chg="del">
          <ac:chgData name="Sung Woo Choi" userId="56cb009ebe12deab" providerId="LiveId" clId="{91EB406C-7C3B-4B47-B2BE-1349EA203138}" dt="2026-05-30T10:05:55.901" v="2447" actId="478"/>
          <ac:spMkLst>
            <pc:docMk/>
            <pc:sldMk cId="0" sldId="286"/>
            <ac:spMk id="13" creationId="{00000000-0000-0000-0000-000000000000}"/>
          </ac:spMkLst>
        </pc:spChg>
        <pc:spChg chg="add del mod">
          <ac:chgData name="Sung Woo Choi" userId="56cb009ebe12deab" providerId="LiveId" clId="{91EB406C-7C3B-4B47-B2BE-1349EA203138}" dt="2026-05-29T11:08:29.074" v="1738" actId="478"/>
          <ac:spMkLst>
            <pc:docMk/>
            <pc:sldMk cId="0" sldId="286"/>
            <ac:spMk id="16" creationId="{35E1C8B7-AC9F-E6C1-96DF-F03C47303958}"/>
          </ac:spMkLst>
        </pc:spChg>
        <pc:spChg chg="add mod">
          <ac:chgData name="Sung Woo Choi" userId="56cb009ebe12deab" providerId="LiveId" clId="{91EB406C-7C3B-4B47-B2BE-1349EA203138}" dt="2026-05-30T10:20:07.419" v="2598"/>
          <ac:spMkLst>
            <pc:docMk/>
            <pc:sldMk cId="0" sldId="286"/>
            <ac:spMk id="17" creationId="{524D9A9A-F2EF-36FE-9378-E7E683E60879}"/>
          </ac:spMkLst>
        </pc:spChg>
        <pc:spChg chg="add mod">
          <ac:chgData name="Sung Woo Choi" userId="56cb009ebe12deab" providerId="LiveId" clId="{91EB406C-7C3B-4B47-B2BE-1349EA203138}" dt="2026-05-29T11:08:38.546" v="1739"/>
          <ac:spMkLst>
            <pc:docMk/>
            <pc:sldMk cId="0" sldId="286"/>
            <ac:spMk id="18" creationId="{E1599B14-5854-721E-3BB7-A97654D6B572}"/>
          </ac:spMkLst>
        </pc:spChg>
        <pc:spChg chg="add mod">
          <ac:chgData name="Sung Woo Choi" userId="56cb009ebe12deab" providerId="LiveId" clId="{91EB406C-7C3B-4B47-B2BE-1349EA203138}" dt="2026-05-29T11:08:38.546" v="1739"/>
          <ac:spMkLst>
            <pc:docMk/>
            <pc:sldMk cId="0" sldId="286"/>
            <ac:spMk id="19" creationId="{DF2A6E85-B37E-110C-C05E-693889A0262B}"/>
          </ac:spMkLst>
        </pc:spChg>
      </pc:sldChg>
      <pc:sldChg chg="addSp delSp modSp add del mod">
        <pc:chgData name="Sung Woo Choi" userId="56cb009ebe12deab" providerId="LiveId" clId="{91EB406C-7C3B-4B47-B2BE-1349EA203138}" dt="2026-05-29T11:26:32.990" v="1970" actId="47"/>
        <pc:sldMkLst>
          <pc:docMk/>
          <pc:sldMk cId="0" sldId="287"/>
        </pc:sldMkLst>
        <pc:spChg chg="del mod">
          <ac:chgData name="Sung Woo Choi" userId="56cb009ebe12deab" providerId="LiveId" clId="{91EB406C-7C3B-4B47-B2BE-1349EA203138}" dt="2026-05-29T11:07:23.099" v="1716"/>
          <ac:spMkLst>
            <pc:docMk/>
            <pc:sldMk cId="0" sldId="287"/>
            <ac:spMk id="2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29T11:07:23.100" v="1718"/>
          <ac:spMkLst>
            <pc:docMk/>
            <pc:sldMk cId="0" sldId="287"/>
            <ac:spMk id="3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7:02.054" v="1710" actId="21"/>
          <ac:spMkLst>
            <pc:docMk/>
            <pc:sldMk cId="0" sldId="287"/>
            <ac:spMk id="4" creationId="{00000000-0000-0000-0000-000000000000}"/>
          </ac:spMkLst>
        </pc:spChg>
        <pc:spChg chg="add mod">
          <ac:chgData name="Sung Woo Choi" userId="56cb009ebe12deab" providerId="LiveId" clId="{91EB406C-7C3B-4B47-B2BE-1349EA203138}" dt="2026-05-29T11:06:31.285" v="1699"/>
          <ac:spMkLst>
            <pc:docMk/>
            <pc:sldMk cId="0" sldId="287"/>
            <ac:spMk id="16" creationId="{668A25A0-B9AF-A1B2-6779-F4510AFE4470}"/>
          </ac:spMkLst>
        </pc:spChg>
        <pc:spChg chg="add mod">
          <ac:chgData name="Sung Woo Choi" userId="56cb009ebe12deab" providerId="LiveId" clId="{91EB406C-7C3B-4B47-B2BE-1349EA203138}" dt="2026-05-29T11:07:09.338" v="1714"/>
          <ac:spMkLst>
            <pc:docMk/>
            <pc:sldMk cId="0" sldId="287"/>
            <ac:spMk id="17" creationId="{95CCEEE4-EBF9-DACB-09BB-A8E2221E9CCE}"/>
          </ac:spMkLst>
        </pc:spChg>
        <pc:spChg chg="add mod">
          <ac:chgData name="Sung Woo Choi" userId="56cb009ebe12deab" providerId="LiveId" clId="{91EB406C-7C3B-4B47-B2BE-1349EA203138}" dt="2026-05-29T11:06:55.616" v="1706"/>
          <ac:spMkLst>
            <pc:docMk/>
            <pc:sldMk cId="0" sldId="287"/>
            <ac:spMk id="18" creationId="{459A13EC-E89C-161C-A1DA-F0634DCB97D5}"/>
          </ac:spMkLst>
        </pc:spChg>
      </pc:sldChg>
      <pc:sldChg chg="addSp delSp modSp add del mod">
        <pc:chgData name="Sung Woo Choi" userId="56cb009ebe12deab" providerId="LiveId" clId="{91EB406C-7C3B-4B47-B2BE-1349EA203138}" dt="2026-05-29T11:09:48.426" v="1761" actId="47"/>
        <pc:sldMkLst>
          <pc:docMk/>
          <pc:sldMk cId="0" sldId="288"/>
        </pc:sldMkLst>
        <pc:spChg chg="del mod">
          <ac:chgData name="Sung Woo Choi" userId="56cb009ebe12deab" providerId="LiveId" clId="{91EB406C-7C3B-4B47-B2BE-1349EA203138}" dt="2026-05-29T11:08:45.632" v="1741" actId="478"/>
          <ac:spMkLst>
            <pc:docMk/>
            <pc:sldMk cId="0" sldId="288"/>
            <ac:spMk id="2" creationId="{00000000-0000-0000-0000-000000000000}"/>
          </ac:spMkLst>
        </pc:spChg>
        <pc:spChg chg="del">
          <ac:chgData name="Sung Woo Choi" userId="56cb009ebe12deab" providerId="LiveId" clId="{91EB406C-7C3B-4B47-B2BE-1349EA203138}" dt="2026-05-29T11:08:47.914" v="1742" actId="478"/>
          <ac:spMkLst>
            <pc:docMk/>
            <pc:sldMk cId="0" sldId="288"/>
            <ac:spMk id="3" creationId="{00000000-0000-0000-0000-000000000000}"/>
          </ac:spMkLst>
        </pc:spChg>
        <pc:spChg chg="add mod">
          <ac:chgData name="Sung Woo Choi" userId="56cb009ebe12deab" providerId="LiveId" clId="{91EB406C-7C3B-4B47-B2BE-1349EA203138}" dt="2026-05-29T11:08:48.130" v="1743"/>
          <ac:spMkLst>
            <pc:docMk/>
            <pc:sldMk cId="0" sldId="288"/>
            <ac:spMk id="16" creationId="{11B7DFF1-469B-23A6-C1FE-7FA985045720}"/>
          </ac:spMkLst>
        </pc:spChg>
        <pc:spChg chg="add mod">
          <ac:chgData name="Sung Woo Choi" userId="56cb009ebe12deab" providerId="LiveId" clId="{91EB406C-7C3B-4B47-B2BE-1349EA203138}" dt="2026-05-29T11:08:48.130" v="1743"/>
          <ac:spMkLst>
            <pc:docMk/>
            <pc:sldMk cId="0" sldId="288"/>
            <ac:spMk id="17" creationId="{9D23F8DE-FDC4-E70E-6A42-983B1B506E04}"/>
          </ac:spMkLst>
        </pc:spChg>
        <pc:spChg chg="add mod">
          <ac:chgData name="Sung Woo Choi" userId="56cb009ebe12deab" providerId="LiveId" clId="{91EB406C-7C3B-4B47-B2BE-1349EA203138}" dt="2026-05-29T11:09:01.392" v="1744"/>
          <ac:spMkLst>
            <pc:docMk/>
            <pc:sldMk cId="0" sldId="288"/>
            <ac:spMk id="18" creationId="{E9E67C92-25F0-6467-B8D5-827AD1E8B12D}"/>
          </ac:spMkLst>
        </pc:spChg>
      </pc:sldChg>
      <pc:sldChg chg="addSp delSp modSp add del mod modShow">
        <pc:chgData name="Sung Woo Choi" userId="56cb009ebe12deab" providerId="LiveId" clId="{91EB406C-7C3B-4B47-B2BE-1349EA203138}" dt="2026-05-30T09:58:11.431" v="2425" actId="47"/>
        <pc:sldMkLst>
          <pc:docMk/>
          <pc:sldMk cId="0" sldId="289"/>
        </pc:sldMkLst>
        <pc:spChg chg="del mod">
          <ac:chgData name="Sung Woo Choi" userId="56cb009ebe12deab" providerId="LiveId" clId="{91EB406C-7C3B-4B47-B2BE-1349EA203138}" dt="2026-05-29T11:09:10.866" v="1749"/>
          <ac:spMkLst>
            <pc:docMk/>
            <pc:sldMk cId="0" sldId="289"/>
            <ac:spMk id="2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29T11:09:26.508" v="1756"/>
          <ac:spMkLst>
            <pc:docMk/>
            <pc:sldMk cId="0" sldId="289"/>
            <ac:spMk id="3" creationId="{00000000-0000-0000-0000-000000000000}"/>
          </ac:spMkLst>
        </pc:spChg>
        <pc:spChg chg="del">
          <ac:chgData name="Sung Woo Choi" userId="56cb009ebe12deab" providerId="LiveId" clId="{91EB406C-7C3B-4B47-B2BE-1349EA203138}" dt="2026-05-29T11:05:16.972" v="1676" actId="478"/>
          <ac:spMkLst>
            <pc:docMk/>
            <pc:sldMk cId="0" sldId="289"/>
            <ac:spMk id="4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09:35.165" v="1760" actId="1076"/>
          <ac:spMkLst>
            <pc:docMk/>
            <pc:sldMk cId="0" sldId="289"/>
            <ac:spMk id="7" creationId="{00000000-0000-0000-0000-000000000000}"/>
          </ac:spMkLst>
        </pc:spChg>
        <pc:spChg chg="add mod">
          <ac:chgData name="Sung Woo Choi" userId="56cb009ebe12deab" providerId="LiveId" clId="{91EB406C-7C3B-4B47-B2BE-1349EA203138}" dt="2026-05-29T11:06:34.273" v="1701"/>
          <ac:spMkLst>
            <pc:docMk/>
            <pc:sldMk cId="0" sldId="289"/>
            <ac:spMk id="14" creationId="{DCD8A818-374C-F8EA-2904-467DFE333FB5}"/>
          </ac:spMkLst>
        </pc:spChg>
        <pc:spChg chg="add mod">
          <ac:chgData name="Sung Woo Choi" userId="56cb009ebe12deab" providerId="LiveId" clId="{91EB406C-7C3B-4B47-B2BE-1349EA203138}" dt="2026-05-29T11:09:09.859" v="1747"/>
          <ac:spMkLst>
            <pc:docMk/>
            <pc:sldMk cId="0" sldId="289"/>
            <ac:spMk id="15" creationId="{634790E7-4941-AAD6-2CB4-DF24BC971C0D}"/>
          </ac:spMkLst>
        </pc:spChg>
        <pc:spChg chg="add mod">
          <ac:chgData name="Sung Woo Choi" userId="56cb009ebe12deab" providerId="LiveId" clId="{91EB406C-7C3B-4B47-B2BE-1349EA203138}" dt="2026-05-29T11:09:15.188" v="1750"/>
          <ac:spMkLst>
            <pc:docMk/>
            <pc:sldMk cId="0" sldId="289"/>
            <ac:spMk id="16" creationId="{3BCED29C-BE70-15DF-0E9A-CAD89C0788F5}"/>
          </ac:spMkLst>
        </pc:spChg>
        <pc:spChg chg="add mod">
          <ac:chgData name="Sung Woo Choi" userId="56cb009ebe12deab" providerId="LiveId" clId="{91EB406C-7C3B-4B47-B2BE-1349EA203138}" dt="2026-05-29T11:09:26.079" v="1754"/>
          <ac:spMkLst>
            <pc:docMk/>
            <pc:sldMk cId="0" sldId="289"/>
            <ac:spMk id="17" creationId="{9DFD16A7-8A6E-F4BA-60C7-5027AAC1E9DD}"/>
          </ac:spMkLst>
        </pc:spChg>
        <pc:picChg chg="del">
          <ac:chgData name="Sung Woo Choi" userId="56cb009ebe12deab" providerId="LiveId" clId="{91EB406C-7C3B-4B47-B2BE-1349EA203138}" dt="2026-05-29T11:04:49.401" v="1670" actId="478"/>
          <ac:picMkLst>
            <pc:docMk/>
            <pc:sldMk cId="0" sldId="289"/>
            <ac:picMk id="5" creationId="{00000000-0000-0000-0000-000000000000}"/>
          </ac:picMkLst>
        </pc:picChg>
        <pc:picChg chg="del">
          <ac:chgData name="Sung Woo Choi" userId="56cb009ebe12deab" providerId="LiveId" clId="{91EB406C-7C3B-4B47-B2BE-1349EA203138}" dt="2026-05-29T11:04:50.675" v="1671" actId="478"/>
          <ac:picMkLst>
            <pc:docMk/>
            <pc:sldMk cId="0" sldId="289"/>
            <ac:picMk id="6" creationId="{00000000-0000-0000-0000-000000000000}"/>
          </ac:picMkLst>
        </pc:picChg>
        <pc:picChg chg="add mod">
          <ac:chgData name="Sung Woo Choi" userId="56cb009ebe12deab" providerId="LiveId" clId="{91EB406C-7C3B-4B47-B2BE-1349EA203138}" dt="2026-05-29T11:09:30.673" v="1758" actId="1076"/>
          <ac:picMkLst>
            <pc:docMk/>
            <pc:sldMk cId="0" sldId="289"/>
            <ac:picMk id="11" creationId="{3C7DEE85-B6AF-C1D8-1DED-B7EC23BBD64E}"/>
          </ac:picMkLst>
        </pc:picChg>
        <pc:picChg chg="add mod">
          <ac:chgData name="Sung Woo Choi" userId="56cb009ebe12deab" providerId="LiveId" clId="{91EB406C-7C3B-4B47-B2BE-1349EA203138}" dt="2026-05-29T11:09:32.422" v="1759" actId="1076"/>
          <ac:picMkLst>
            <pc:docMk/>
            <pc:sldMk cId="0" sldId="289"/>
            <ac:picMk id="13" creationId="{42B96AF7-2817-9A2A-B9A1-95EA93DACE9A}"/>
          </ac:picMkLst>
        </pc:picChg>
      </pc:sldChg>
      <pc:sldChg chg="addSp delSp modSp add del mod">
        <pc:chgData name="Sung Woo Choi" userId="56cb009ebe12deab" providerId="LiveId" clId="{91EB406C-7C3B-4B47-B2BE-1349EA203138}" dt="2026-05-30T09:54:37.341" v="2400" actId="47"/>
        <pc:sldMkLst>
          <pc:docMk/>
          <pc:sldMk cId="0" sldId="290"/>
        </pc:sldMkLst>
        <pc:spChg chg="del mod">
          <ac:chgData name="Sung Woo Choi" userId="56cb009ebe12deab" providerId="LiveId" clId="{91EB406C-7C3B-4B47-B2BE-1349EA203138}" dt="2026-05-29T11:07:53.723" v="1727"/>
          <ac:spMkLst>
            <pc:docMk/>
            <pc:sldMk cId="0" sldId="290"/>
            <ac:spMk id="2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29T11:08:05.261" v="1734"/>
          <ac:spMkLst>
            <pc:docMk/>
            <pc:sldMk cId="0" sldId="290"/>
            <ac:spMk id="3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2:28:58.147" v="2036" actId="1076"/>
          <ac:spMkLst>
            <pc:docMk/>
            <pc:sldMk cId="0" sldId="290"/>
            <ac:spMk id="4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2:28:58.147" v="2036" actId="1076"/>
          <ac:spMkLst>
            <pc:docMk/>
            <pc:sldMk cId="0" sldId="290"/>
            <ac:spMk id="6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2:28:58.147" v="2036" actId="1076"/>
          <ac:spMkLst>
            <pc:docMk/>
            <pc:sldMk cId="0" sldId="290"/>
            <ac:spMk id="7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2:28:58.147" v="2036" actId="1076"/>
          <ac:spMkLst>
            <pc:docMk/>
            <pc:sldMk cId="0" sldId="290"/>
            <ac:spMk id="8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2:28:58.147" v="2036" actId="1076"/>
          <ac:spMkLst>
            <pc:docMk/>
            <pc:sldMk cId="0" sldId="290"/>
            <ac:spMk id="9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2:28:58.147" v="2036" actId="1076"/>
          <ac:spMkLst>
            <pc:docMk/>
            <pc:sldMk cId="0" sldId="290"/>
            <ac:spMk id="10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2:28:58.147" v="2036" actId="1076"/>
          <ac:spMkLst>
            <pc:docMk/>
            <pc:sldMk cId="0" sldId="290"/>
            <ac:spMk id="11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29T11:18:09.374" v="1902" actId="478"/>
          <ac:spMkLst>
            <pc:docMk/>
            <pc:sldMk cId="0" sldId="290"/>
            <ac:spMk id="12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29T11:18:07.935" v="1901" actId="478"/>
          <ac:spMkLst>
            <pc:docMk/>
            <pc:sldMk cId="0" sldId="290"/>
            <ac:spMk id="13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2:28:58.147" v="2036" actId="1076"/>
          <ac:spMkLst>
            <pc:docMk/>
            <pc:sldMk cId="0" sldId="290"/>
            <ac:spMk id="14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12:27.335" v="1781" actId="1076"/>
          <ac:spMkLst>
            <pc:docMk/>
            <pc:sldMk cId="0" sldId="290"/>
            <ac:spMk id="16" creationId="{00000000-0000-0000-0000-000000000000}"/>
          </ac:spMkLst>
        </pc:spChg>
        <pc:spChg chg="add mod">
          <ac:chgData name="Sung Woo Choi" userId="56cb009ebe12deab" providerId="LiveId" clId="{91EB406C-7C3B-4B47-B2BE-1349EA203138}" dt="2026-05-29T11:07:36.218" v="1720"/>
          <ac:spMkLst>
            <pc:docMk/>
            <pc:sldMk cId="0" sldId="290"/>
            <ac:spMk id="17" creationId="{86210336-B02B-FFCB-37A5-B0311571C192}"/>
          </ac:spMkLst>
        </pc:spChg>
        <pc:spChg chg="add mod">
          <ac:chgData name="Sung Woo Choi" userId="56cb009ebe12deab" providerId="LiveId" clId="{91EB406C-7C3B-4B47-B2BE-1349EA203138}" dt="2026-05-29T11:07:49.115" v="1725" actId="20577"/>
          <ac:spMkLst>
            <pc:docMk/>
            <pc:sldMk cId="0" sldId="290"/>
            <ac:spMk id="18" creationId="{086CAC40-63C9-4939-0B86-DF165BA63A50}"/>
          </ac:spMkLst>
        </pc:spChg>
        <pc:spChg chg="add mod">
          <ac:chgData name="Sung Woo Choi" userId="56cb009ebe12deab" providerId="LiveId" clId="{91EB406C-7C3B-4B47-B2BE-1349EA203138}" dt="2026-05-29T11:08:01.257" v="1730"/>
          <ac:spMkLst>
            <pc:docMk/>
            <pc:sldMk cId="0" sldId="290"/>
            <ac:spMk id="19" creationId="{923A3F92-AE0A-4114-9AB6-F8F3A64ABCFC}"/>
          </ac:spMkLst>
        </pc:spChg>
        <pc:spChg chg="add del mod">
          <ac:chgData name="Sung Woo Choi" userId="56cb009ebe12deab" providerId="LiveId" clId="{91EB406C-7C3B-4B47-B2BE-1349EA203138}" dt="2026-05-29T11:18:11.160" v="1903" actId="478"/>
          <ac:spMkLst>
            <pc:docMk/>
            <pc:sldMk cId="0" sldId="290"/>
            <ac:spMk id="20" creationId="{6DDD4653-512D-A120-A557-64A3281D73B5}"/>
          </ac:spMkLst>
        </pc:spChg>
        <pc:spChg chg="add mod">
          <ac:chgData name="Sung Woo Choi" userId="56cb009ebe12deab" providerId="LiveId" clId="{91EB406C-7C3B-4B47-B2BE-1349EA203138}" dt="2026-05-29T11:14:03.998" v="1795"/>
          <ac:spMkLst>
            <pc:docMk/>
            <pc:sldMk cId="0" sldId="290"/>
            <ac:spMk id="21" creationId="{CEA574C9-FB86-136E-42E9-3C0632026F42}"/>
          </ac:spMkLst>
        </pc:spChg>
        <pc:spChg chg="add del mod">
          <ac:chgData name="Sung Woo Choi" userId="56cb009ebe12deab" providerId="LiveId" clId="{91EB406C-7C3B-4B47-B2BE-1349EA203138}" dt="2026-05-29T11:17:38.970" v="1896" actId="478"/>
          <ac:spMkLst>
            <pc:docMk/>
            <pc:sldMk cId="0" sldId="290"/>
            <ac:spMk id="22" creationId="{F1176D33-9D1E-6B12-9517-DC52B1E28982}"/>
          </ac:spMkLst>
        </pc:spChg>
        <pc:spChg chg="add del mod">
          <ac:chgData name="Sung Woo Choi" userId="56cb009ebe12deab" providerId="LiveId" clId="{91EB406C-7C3B-4B47-B2BE-1349EA203138}" dt="2026-05-29T11:17:38.970" v="1896" actId="478"/>
          <ac:spMkLst>
            <pc:docMk/>
            <pc:sldMk cId="0" sldId="290"/>
            <ac:spMk id="23" creationId="{E3C19B6D-4E65-64C6-3D65-C3C5012C7387}"/>
          </ac:spMkLst>
        </pc:spChg>
        <pc:spChg chg="add del mod">
          <ac:chgData name="Sung Woo Choi" userId="56cb009ebe12deab" providerId="LiveId" clId="{91EB406C-7C3B-4B47-B2BE-1349EA203138}" dt="2026-05-29T11:17:38.970" v="1896" actId="478"/>
          <ac:spMkLst>
            <pc:docMk/>
            <pc:sldMk cId="0" sldId="290"/>
            <ac:spMk id="24" creationId="{626F8B9B-BA9A-7FB3-A43F-455CEBA8C479}"/>
          </ac:spMkLst>
        </pc:spChg>
        <pc:spChg chg="add mod">
          <ac:chgData name="Sung Woo Choi" userId="56cb009ebe12deab" providerId="LiveId" clId="{91EB406C-7C3B-4B47-B2BE-1349EA203138}" dt="2026-05-29T11:17:12.545" v="1891"/>
          <ac:spMkLst>
            <pc:docMk/>
            <pc:sldMk cId="0" sldId="290"/>
            <ac:spMk id="25" creationId="{2904000E-0340-3FB6-C028-780E137CDBB0}"/>
          </ac:spMkLst>
        </pc:spChg>
        <pc:spChg chg="add mod">
          <ac:chgData name="Sung Woo Choi" userId="56cb009ebe12deab" providerId="LiveId" clId="{91EB406C-7C3B-4B47-B2BE-1349EA203138}" dt="2026-05-29T12:28:58.147" v="2036" actId="1076"/>
          <ac:spMkLst>
            <pc:docMk/>
            <pc:sldMk cId="0" sldId="290"/>
            <ac:spMk id="26" creationId="{9421809E-7D83-E4E8-C018-0154374291EF}"/>
          </ac:spMkLst>
        </pc:spChg>
        <pc:spChg chg="add mod">
          <ac:chgData name="Sung Woo Choi" userId="56cb009ebe12deab" providerId="LiveId" clId="{91EB406C-7C3B-4B47-B2BE-1349EA203138}" dt="2026-05-29T12:28:58.147" v="2036" actId="1076"/>
          <ac:spMkLst>
            <pc:docMk/>
            <pc:sldMk cId="0" sldId="290"/>
            <ac:spMk id="27" creationId="{A90F03D8-33ED-697D-D85D-7849D44BD812}"/>
          </ac:spMkLst>
        </pc:spChg>
        <pc:picChg chg="mod">
          <ac:chgData name="Sung Woo Choi" userId="56cb009ebe12deab" providerId="LiveId" clId="{91EB406C-7C3B-4B47-B2BE-1349EA203138}" dt="2026-05-29T11:12:56.982" v="1789" actId="1076"/>
          <ac:picMkLst>
            <pc:docMk/>
            <pc:sldMk cId="0" sldId="290"/>
            <ac:picMk id="5" creationId="{00000000-0000-0000-0000-000000000000}"/>
          </ac:picMkLst>
        </pc:picChg>
      </pc:sldChg>
      <pc:sldChg chg="addSp delSp modSp add del mod modShow">
        <pc:chgData name="Sung Woo Choi" userId="56cb009ebe12deab" providerId="LiveId" clId="{91EB406C-7C3B-4B47-B2BE-1349EA203138}" dt="2026-05-30T09:58:09.681" v="2424" actId="47"/>
        <pc:sldMkLst>
          <pc:docMk/>
          <pc:sldMk cId="0" sldId="291"/>
        </pc:sldMkLst>
        <pc:spChg chg="del mod">
          <ac:chgData name="Sung Woo Choi" userId="56cb009ebe12deab" providerId="LiveId" clId="{91EB406C-7C3B-4B47-B2BE-1349EA203138}" dt="2026-05-29T11:26:00.945" v="1952"/>
          <ac:spMkLst>
            <pc:docMk/>
            <pc:sldMk cId="0" sldId="291"/>
            <ac:spMk id="2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29T11:26:13.947" v="1964"/>
          <ac:spMkLst>
            <pc:docMk/>
            <pc:sldMk cId="0" sldId="291"/>
            <ac:spMk id="3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27:17.168" v="1973" actId="403"/>
          <ac:spMkLst>
            <pc:docMk/>
            <pc:sldMk cId="0" sldId="291"/>
            <ac:spMk id="4" creationId="{00000000-0000-0000-0000-000000000000}"/>
          </ac:spMkLst>
        </pc:spChg>
        <pc:spChg chg="mod">
          <ac:chgData name="Sung Woo Choi" userId="56cb009ebe12deab" providerId="LiveId" clId="{91EB406C-7C3B-4B47-B2BE-1349EA203138}" dt="2026-05-29T11:27:25.069" v="1975" actId="1076"/>
          <ac:spMkLst>
            <pc:docMk/>
            <pc:sldMk cId="0" sldId="291"/>
            <ac:spMk id="12" creationId="{00000000-0000-0000-0000-000000000000}"/>
          </ac:spMkLst>
        </pc:spChg>
        <pc:spChg chg="add mod">
          <ac:chgData name="Sung Woo Choi" userId="56cb009ebe12deab" providerId="LiveId" clId="{91EB406C-7C3B-4B47-B2BE-1349EA203138}" dt="2026-05-29T11:25:37.197" v="1944"/>
          <ac:spMkLst>
            <pc:docMk/>
            <pc:sldMk cId="0" sldId="291"/>
            <ac:spMk id="15" creationId="{5831D5E9-93FF-D86C-3005-10906B674AC3}"/>
          </ac:spMkLst>
        </pc:spChg>
        <pc:spChg chg="add mod">
          <ac:chgData name="Sung Woo Choi" userId="56cb009ebe12deab" providerId="LiveId" clId="{91EB406C-7C3B-4B47-B2BE-1349EA203138}" dt="2026-05-29T11:26:02.202" v="1953"/>
          <ac:spMkLst>
            <pc:docMk/>
            <pc:sldMk cId="0" sldId="291"/>
            <ac:spMk id="18" creationId="{8AB6FB51-FBBF-256C-F8E2-F354F8C195AD}"/>
          </ac:spMkLst>
        </pc:spChg>
        <pc:spChg chg="add mod">
          <ac:chgData name="Sung Woo Choi" userId="56cb009ebe12deab" providerId="LiveId" clId="{91EB406C-7C3B-4B47-B2BE-1349EA203138}" dt="2026-05-29T11:25:58.659" v="1949"/>
          <ac:spMkLst>
            <pc:docMk/>
            <pc:sldMk cId="0" sldId="291"/>
            <ac:spMk id="19" creationId="{B71F67C3-A6A0-988C-CFBA-0140624F9B13}"/>
          </ac:spMkLst>
        </pc:spChg>
        <pc:spChg chg="add mod">
          <ac:chgData name="Sung Woo Choi" userId="56cb009ebe12deab" providerId="LiveId" clId="{91EB406C-7C3B-4B47-B2BE-1349EA203138}" dt="2026-05-29T11:26:05.515" v="1955"/>
          <ac:spMkLst>
            <pc:docMk/>
            <pc:sldMk cId="0" sldId="291"/>
            <ac:spMk id="20" creationId="{5404508B-8D37-2C14-D6BD-0F18ED842946}"/>
          </ac:spMkLst>
        </pc:spChg>
        <pc:picChg chg="del">
          <ac:chgData name="Sung Woo Choi" userId="56cb009ebe12deab" providerId="LiveId" clId="{91EB406C-7C3B-4B47-B2BE-1349EA203138}" dt="2026-05-29T11:25:36.843" v="1943" actId="478"/>
          <ac:picMkLst>
            <pc:docMk/>
            <pc:sldMk cId="0" sldId="291"/>
            <ac:picMk id="5" creationId="{00000000-0000-0000-0000-000000000000}"/>
          </ac:picMkLst>
        </pc:picChg>
        <pc:picChg chg="add mod">
          <ac:chgData name="Sung Woo Choi" userId="56cb009ebe12deab" providerId="LiveId" clId="{91EB406C-7C3B-4B47-B2BE-1349EA203138}" dt="2026-05-29T11:27:20.607" v="1974" actId="1076"/>
          <ac:picMkLst>
            <pc:docMk/>
            <pc:sldMk cId="0" sldId="291"/>
            <ac:picMk id="17" creationId="{4591AD1B-C7B9-44F1-6A28-D8A967E60995}"/>
          </ac:picMkLst>
        </pc:picChg>
      </pc:sldChg>
      <pc:sldChg chg="addSp delSp modSp add mod">
        <pc:chgData name="Sung Woo Choi" userId="56cb009ebe12deab" providerId="LiveId" clId="{91EB406C-7C3B-4B47-B2BE-1349EA203138}" dt="2026-05-30T10:29:34.269" v="2703"/>
        <pc:sldMkLst>
          <pc:docMk/>
          <pc:sldMk cId="0" sldId="292"/>
        </pc:sldMkLst>
        <pc:spChg chg="add del">
          <ac:chgData name="Sung Woo Choi" userId="56cb009ebe12deab" providerId="LiveId" clId="{91EB406C-7C3B-4B47-B2BE-1349EA203138}" dt="2026-05-30T10:07:57.135" v="2456" actId="22"/>
          <ac:spMkLst>
            <pc:docMk/>
            <pc:sldMk cId="0" sldId="292"/>
            <ac:spMk id="3" creationId="{96863F40-C635-3ADE-D56D-4F1A415C500A}"/>
          </ac:spMkLst>
        </pc:spChg>
        <pc:spChg chg="add del">
          <ac:chgData name="Sung Woo Choi" userId="56cb009ebe12deab" providerId="LiveId" clId="{91EB406C-7C3B-4B47-B2BE-1349EA203138}" dt="2026-05-30T10:07:58.456" v="2458" actId="22"/>
          <ac:spMkLst>
            <pc:docMk/>
            <pc:sldMk cId="0" sldId="292"/>
            <ac:spMk id="5" creationId="{16637423-3094-C9B3-A0E6-4EC0F60AC502}"/>
          </ac:spMkLst>
        </pc:spChg>
        <pc:spChg chg="add mod">
          <ac:chgData name="Sung Woo Choi" userId="56cb009ebe12deab" providerId="LiveId" clId="{91EB406C-7C3B-4B47-B2BE-1349EA203138}" dt="2026-05-30T10:08:06.792" v="2461" actId="20577"/>
          <ac:spMkLst>
            <pc:docMk/>
            <pc:sldMk cId="0" sldId="292"/>
            <ac:spMk id="6" creationId="{70173FA1-B003-F9EE-A4C7-3DDB471DC7E2}"/>
          </ac:spMkLst>
        </pc:spChg>
        <pc:spChg chg="add mod">
          <ac:chgData name="Sung Woo Choi" userId="56cb009ebe12deab" providerId="LiveId" clId="{91EB406C-7C3B-4B47-B2BE-1349EA203138}" dt="2026-05-30T10:08:26.072" v="2467"/>
          <ac:spMkLst>
            <pc:docMk/>
            <pc:sldMk cId="0" sldId="292"/>
            <ac:spMk id="7" creationId="{42F237DA-C1AC-96BB-1930-7F9547FAB1C6}"/>
          </ac:spMkLst>
        </pc:spChg>
        <pc:spChg chg="add mod">
          <ac:chgData name="Sung Woo Choi" userId="56cb009ebe12deab" providerId="LiveId" clId="{91EB406C-7C3B-4B47-B2BE-1349EA203138}" dt="2026-05-30T10:08:16.816" v="2463"/>
          <ac:spMkLst>
            <pc:docMk/>
            <pc:sldMk cId="0" sldId="292"/>
            <ac:spMk id="9" creationId="{836650A2-5606-D8DC-2AA1-CB3E2E6544A0}"/>
          </ac:spMkLst>
        </pc:spChg>
        <pc:spChg chg="add mod">
          <ac:chgData name="Sung Woo Choi" userId="56cb009ebe12deab" providerId="LiveId" clId="{91EB406C-7C3B-4B47-B2BE-1349EA203138}" dt="2026-05-30T10:26:10.051" v="2690"/>
          <ac:spMkLst>
            <pc:docMk/>
            <pc:sldMk cId="0" sldId="292"/>
            <ac:spMk id="10" creationId="{4FBFADC8-9218-00C0-6AD6-34134B09922F}"/>
          </ac:spMkLst>
        </pc:spChg>
        <pc:spChg chg="del">
          <ac:chgData name="Sung Woo Choi" userId="56cb009ebe12deab" providerId="LiveId" clId="{91EB406C-7C3B-4B47-B2BE-1349EA203138}" dt="2026-05-30T10:08:10.121" v="2462" actId="478"/>
          <ac:spMkLst>
            <pc:docMk/>
            <pc:sldMk cId="0" sldId="292"/>
            <ac:spMk id="12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30T10:08:26.372" v="2469"/>
          <ac:spMkLst>
            <pc:docMk/>
            <pc:sldMk cId="0" sldId="292"/>
            <ac:spMk id="13" creationId="{00000000-0000-0000-0000-000000000000}"/>
          </ac:spMkLst>
        </pc:spChg>
        <pc:spChg chg="del">
          <ac:chgData name="Sung Woo Choi" userId="56cb009ebe12deab" providerId="LiveId" clId="{91EB406C-7C3B-4B47-B2BE-1349EA203138}" dt="2026-05-30T10:08:19.738" v="2464" actId="478"/>
          <ac:spMkLst>
            <pc:docMk/>
            <pc:sldMk cId="0" sldId="292"/>
            <ac:spMk id="14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08:38.187" v="2472" actId="207"/>
          <ac:spMkLst>
            <pc:docMk/>
            <pc:sldMk cId="0" sldId="292"/>
            <ac:spMk id="15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29:34.269" v="2703"/>
          <ac:spMkLst>
            <pc:docMk/>
            <pc:sldMk cId="0" sldId="292"/>
            <ac:spMk id="19" creationId="{00000000-0000-0000-0000-000000000000}"/>
          </ac:spMkLst>
        </pc:spChg>
        <pc:spChg chg="mod">
          <ac:chgData name="Sung Woo Choi" userId="56cb009ebe12deab" providerId="LiveId" clId="{91EB406C-7C3B-4B47-B2BE-1349EA203138}" dt="2026-05-30T09:54:48.306" v="2402" actId="20577"/>
          <ac:spMkLst>
            <pc:docMk/>
            <pc:sldMk cId="0" sldId="292"/>
            <ac:spMk id="22" creationId="{00000000-0000-0000-0000-000000000000}"/>
          </ac:spMkLst>
        </pc:spChg>
        <pc:spChg chg="del">
          <ac:chgData name="Sung Woo Choi" userId="56cb009ebe12deab" providerId="LiveId" clId="{91EB406C-7C3B-4B47-B2BE-1349EA203138}" dt="2026-05-30T10:26:09.682" v="2689" actId="478"/>
          <ac:spMkLst>
            <pc:docMk/>
            <pc:sldMk cId="0" sldId="292"/>
            <ac:spMk id="26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26:48.866" v="2696" actId="1076"/>
          <ac:spMkLst>
            <pc:docMk/>
            <pc:sldMk cId="0" sldId="292"/>
            <ac:spMk id="27" creationId="{00000000-0000-0000-0000-000000000000}"/>
          </ac:spMkLst>
        </pc:spChg>
        <pc:spChg chg="add mod ord">
          <ac:chgData name="Sung Woo Choi" userId="56cb009ebe12deab" providerId="LiveId" clId="{91EB406C-7C3B-4B47-B2BE-1349EA203138}" dt="2026-05-30T10:26:39.417" v="2694" actId="14100"/>
          <ac:spMkLst>
            <pc:docMk/>
            <pc:sldMk cId="0" sldId="292"/>
            <ac:spMk id="30" creationId="{8199196F-E774-6719-2490-4E9ABB81E8E3}"/>
          </ac:spMkLst>
        </pc:spChg>
      </pc:sldChg>
      <pc:sldChg chg="addSp delSp modSp add mod modNotesTx">
        <pc:chgData name="Sung Woo Choi" userId="56cb009ebe12deab" providerId="LiveId" clId="{91EB406C-7C3B-4B47-B2BE-1349EA203138}" dt="2026-05-30T10:25:32.126" v="2687" actId="20577"/>
        <pc:sldMkLst>
          <pc:docMk/>
          <pc:sldMk cId="0" sldId="293"/>
        </pc:sldMkLst>
        <pc:spChg chg="del">
          <ac:chgData name="Sung Woo Choi" userId="56cb009ebe12deab" providerId="LiveId" clId="{91EB406C-7C3B-4B47-B2BE-1349EA203138}" dt="2026-05-30T10:20:26.034" v="2602" actId="478"/>
          <ac:spMkLst>
            <pc:docMk/>
            <pc:sldMk cId="0" sldId="293"/>
            <ac:spMk id="2" creationId="{00000000-0000-0000-0000-000000000000}"/>
          </ac:spMkLst>
        </pc:spChg>
        <pc:spChg chg="del mod">
          <ac:chgData name="Sung Woo Choi" userId="56cb009ebe12deab" providerId="LiveId" clId="{91EB406C-7C3B-4B47-B2BE-1349EA203138}" dt="2026-05-30T10:21:00.564" v="2612"/>
          <ac:spMkLst>
            <pc:docMk/>
            <pc:sldMk cId="0" sldId="293"/>
            <ac:spMk id="3" creationId="{00000000-0000-0000-0000-000000000000}"/>
          </ac:spMkLst>
        </pc:spChg>
        <pc:spChg chg="del">
          <ac:chgData name="Sung Woo Choi" userId="56cb009ebe12deab" providerId="LiveId" clId="{91EB406C-7C3B-4B47-B2BE-1349EA203138}" dt="2026-05-30T10:20:36.820" v="2605" actId="478"/>
          <ac:spMkLst>
            <pc:docMk/>
            <pc:sldMk cId="0" sldId="293"/>
            <ac:spMk id="4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19:57.053" v="2597" actId="207"/>
          <ac:spMkLst>
            <pc:docMk/>
            <pc:sldMk cId="0" sldId="293"/>
            <ac:spMk id="5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25:02.225" v="2678" actId="14100"/>
          <ac:spMkLst>
            <pc:docMk/>
            <pc:sldMk cId="0" sldId="293"/>
            <ac:spMk id="10" creationId="{00000000-0000-0000-0000-000000000000}"/>
          </ac:spMkLst>
        </pc:spChg>
        <pc:spChg chg="mod">
          <ac:chgData name="Sung Woo Choi" userId="56cb009ebe12deab" providerId="LiveId" clId="{91EB406C-7C3B-4B47-B2BE-1349EA203138}" dt="2026-05-30T10:25:32.126" v="2687" actId="20577"/>
          <ac:spMkLst>
            <pc:docMk/>
            <pc:sldMk cId="0" sldId="293"/>
            <ac:spMk id="12" creationId="{00000000-0000-0000-0000-000000000000}"/>
          </ac:spMkLst>
        </pc:spChg>
        <pc:spChg chg="add mod">
          <ac:chgData name="Sung Woo Choi" userId="56cb009ebe12deab" providerId="LiveId" clId="{91EB406C-7C3B-4B47-B2BE-1349EA203138}" dt="2026-05-30T10:20:21.507" v="2601" actId="20577"/>
          <ac:spMkLst>
            <pc:docMk/>
            <pc:sldMk cId="0" sldId="293"/>
            <ac:spMk id="16" creationId="{1FFFDDB2-2EEB-F59F-2BB4-B58DC0DAC0AB}"/>
          </ac:spMkLst>
        </pc:spChg>
        <pc:spChg chg="add mod">
          <ac:chgData name="Sung Woo Choi" userId="56cb009ebe12deab" providerId="LiveId" clId="{91EB406C-7C3B-4B47-B2BE-1349EA203138}" dt="2026-05-30T10:20:37.170" v="2606"/>
          <ac:spMkLst>
            <pc:docMk/>
            <pc:sldMk cId="0" sldId="293"/>
            <ac:spMk id="17" creationId="{E32D89D4-1C38-E125-C28C-B997DDF48EA1}"/>
          </ac:spMkLst>
        </pc:spChg>
        <pc:spChg chg="add mod">
          <ac:chgData name="Sung Woo Choi" userId="56cb009ebe12deab" providerId="LiveId" clId="{91EB406C-7C3B-4B47-B2BE-1349EA203138}" dt="2026-05-30T10:20:55.861" v="2610"/>
          <ac:spMkLst>
            <pc:docMk/>
            <pc:sldMk cId="0" sldId="293"/>
            <ac:spMk id="18" creationId="{74B4983B-DDF4-7D64-B035-6850F9A5655F}"/>
          </ac:spMkLst>
        </pc:spChg>
        <pc:spChg chg="add del mod ord">
          <ac:chgData name="Sung Woo Choi" userId="56cb009ebe12deab" providerId="LiveId" clId="{91EB406C-7C3B-4B47-B2BE-1349EA203138}" dt="2026-05-30T10:24:54.660" v="2677"/>
          <ac:spMkLst>
            <pc:docMk/>
            <pc:sldMk cId="0" sldId="293"/>
            <ac:spMk id="20" creationId="{41A3E95B-1C1B-B8C5-102E-DAA669686661}"/>
          </ac:spMkLst>
        </pc:spChg>
        <pc:spChg chg="add del mod">
          <ac:chgData name="Sung Woo Choi" userId="56cb009ebe12deab" providerId="LiveId" clId="{91EB406C-7C3B-4B47-B2BE-1349EA203138}" dt="2026-05-30T10:23:38.213" v="2639" actId="478"/>
          <ac:spMkLst>
            <pc:docMk/>
            <pc:sldMk cId="0" sldId="293"/>
            <ac:spMk id="21" creationId="{ED44E316-55DB-7A67-82D1-A397FDE67F2F}"/>
          </ac:spMkLst>
        </pc:spChg>
        <pc:picChg chg="mod">
          <ac:chgData name="Sung Woo Choi" userId="56cb009ebe12deab" providerId="LiveId" clId="{91EB406C-7C3B-4B47-B2BE-1349EA203138}" dt="2026-05-30T10:25:18.937" v="2683" actId="1035"/>
          <ac:picMkLst>
            <pc:docMk/>
            <pc:sldMk cId="0" sldId="293"/>
            <ac:picMk id="13" creationId="{00000000-0000-0000-0000-000000000000}"/>
          </ac:picMkLst>
        </pc:picChg>
      </pc:sldChg>
      <pc:sldChg chg="add del">
        <pc:chgData name="Sung Woo Choi" userId="56cb009ebe12deab" providerId="LiveId" clId="{91EB406C-7C3B-4B47-B2BE-1349EA203138}" dt="2026-05-30T10:17:17.414" v="2573" actId="47"/>
        <pc:sldMkLst>
          <pc:docMk/>
          <pc:sldMk cId="0" sldId="294"/>
        </pc:sldMkLst>
      </pc:sldChg>
      <pc:sldMasterChg chg="modSldLayout">
        <pc:chgData name="Sung Woo Choi" userId="56cb009ebe12deab" providerId="LiveId" clId="{91EB406C-7C3B-4B47-B2BE-1349EA203138}" dt="2026-05-28T07:02:55.118" v="24"/>
        <pc:sldMasterMkLst>
          <pc:docMk/>
          <pc:sldMasterMk cId="2058971880" sldId="2147483651"/>
        </pc:sldMasterMkLst>
        <pc:sldLayoutChg chg="delSp">
          <pc:chgData name="Sung Woo Choi" userId="56cb009ebe12deab" providerId="LiveId" clId="{91EB406C-7C3B-4B47-B2BE-1349EA203138}" dt="2026-05-28T07:02:55.118" v="24"/>
          <pc:sldLayoutMkLst>
            <pc:docMk/>
            <pc:sldMasterMk cId="2058971880" sldId="2147483651"/>
            <pc:sldLayoutMk cId="2223252137" sldId="214748366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421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CC851-EBC8-0654-1735-9AF7D037C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FA156-DC99-F875-CAD8-19E700915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9CFCB-8883-0C2F-D1C8-65671AA9C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C3A28-7DB1-F6C8-105D-0A42978934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45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FNNs, X may be a low-dimensional box. For CNNs, X is a high-dimensional image set.</a:t>
            </a:r>
          </a:p>
          <a:p>
            <a:endParaRPr lang="en-US" dirty="0"/>
          </a:p>
          <a:p>
            <a:r>
              <a:rPr lang="en-US" b="1" dirty="0"/>
              <a:t>sampling = empirical confidence</a:t>
            </a:r>
            <a:r>
              <a:rPr lang="en-US" dirty="0"/>
              <a:t>, </a:t>
            </a:r>
            <a:r>
              <a:rPr lang="en-US" b="1" dirty="0"/>
              <a:t>reachability = formal guarantee over all points in the set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50629-C0D6-FBD0-70B4-956CB1096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12E9E-CCF0-9499-371C-D1E7375EB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E6286-012C-3CD6-5603-42A6A0178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FNNs, X may be a low-dimensional box. For CNNs, X is a high-dimensional image set.</a:t>
            </a:r>
          </a:p>
          <a:p>
            <a:endParaRPr lang="en-US" dirty="0"/>
          </a:p>
          <a:p>
            <a:r>
              <a:rPr lang="en-US" b="1" dirty="0"/>
              <a:t>sampling = empirical confidence</a:t>
            </a:r>
            <a:r>
              <a:rPr lang="en-US" dirty="0"/>
              <a:t>, </a:t>
            </a:r>
            <a:r>
              <a:rPr lang="en-US" b="1" dirty="0"/>
              <a:t>reachability = formal guarantee over all points in the set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BB124-030B-8FE3-B0D6-CD6DF1B9D8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49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DA264-D8EF-F98A-9582-975FDA35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5F2AB-8DB2-DD1F-4E8A-75A013143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6A730-491A-61EB-5540-0FA72658D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E0BEF-AED1-9563-0950-EA5F5A2BB7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52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B5244-CDD0-13DE-C383-DFE105F87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703E4-C358-69A0-D6DA-E37E52FBE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CB4AC-742F-7E94-230F-8E29F5C74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19662-5A3A-C917-1190-ED5F70DDF6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69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admissible image</a:t>
            </a:r>
            <a:r>
              <a:rPr lang="en-US" dirty="0"/>
              <a:t> is any image that satisfies all those pixel-wise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and transition</a:t>
            </a:r>
          </a:p>
          <a:p>
            <a:endParaRPr lang="en-US" dirty="0"/>
          </a:p>
          <a:p>
            <a:r>
              <a:rPr lang="en-US" dirty="0"/>
              <a:t>Three takeaways</a:t>
            </a:r>
          </a:p>
          <a:p>
            <a:endParaRPr lang="en-US" dirty="0"/>
          </a:p>
          <a:p>
            <a:r>
              <a:rPr lang="en-US" dirty="0"/>
              <a:t>1</a:t>
            </a:r>
            <a:br>
              <a:rPr lang="en-US" dirty="0"/>
            </a:br>
            <a:r>
              <a:rPr lang="en-US" dirty="0"/>
              <a:t>Verification reasons about sets, not samples.</a:t>
            </a:r>
            <a:br>
              <a:rPr lang="en-US" dirty="0"/>
            </a:br>
            <a:r>
              <a:rPr lang="en-US" dirty="0"/>
              <a:t>A result is a formal statement over infinitely many inputs in the specified input set.</a:t>
            </a:r>
          </a:p>
          <a:p>
            <a:endParaRPr lang="en-US" dirty="0"/>
          </a:p>
          <a:p>
            <a:r>
              <a:rPr lang="en-US" dirty="0"/>
              <a:t>2</a:t>
            </a:r>
            <a:br>
              <a:rPr lang="en-US" dirty="0"/>
            </a:br>
            <a:r>
              <a:rPr lang="en-US" dirty="0"/>
              <a:t>The same verification pipeline applies across FNNs, CNNs, and segmentation networks.</a:t>
            </a:r>
            <a:br>
              <a:rPr lang="en-US" dirty="0"/>
            </a:br>
            <a:r>
              <a:rPr lang="en-US" dirty="0"/>
              <a:t>What changes is the input representation, output property, and visualization.</a:t>
            </a:r>
          </a:p>
          <a:p>
            <a:endParaRPr lang="en-US" dirty="0"/>
          </a:p>
          <a:p>
            <a:r>
              <a:rPr lang="en-US" dirty="0"/>
              <a:t>3</a:t>
            </a:r>
            <a:br>
              <a:rPr lang="en-US" dirty="0"/>
            </a:br>
            <a:r>
              <a:rPr lang="en-US" dirty="0"/>
              <a:t>Scalability requires controlled approximation and memory-efficient set representations.</a:t>
            </a:r>
            <a:br>
              <a:rPr lang="en-US" dirty="0"/>
            </a:br>
            <a:r>
              <a:rPr lang="en-US" dirty="0"/>
              <a:t>Exact methods are precise but expensive; sparse representations make large perception models more feasible.</a:t>
            </a:r>
          </a:p>
          <a:p>
            <a:r>
              <a:rPr lang="en-US" dirty="0"/>
              <a:t>Transition to quantitative verification</a:t>
            </a:r>
          </a:p>
          <a:p>
            <a:r>
              <a:rPr lang="en-US" dirty="0"/>
              <a:t>Qualitative verification asks:</a:t>
            </a:r>
            <a:br>
              <a:rPr lang="en-US" dirty="0"/>
            </a:br>
            <a:r>
              <a:rPr lang="en-US" dirty="0"/>
              <a:t>Can any violation occur?</a:t>
            </a:r>
          </a:p>
          <a:p>
            <a:r>
              <a:rPr lang="en-US" dirty="0"/>
              <a:t>Quantitative verification asks:</a:t>
            </a:r>
            <a:br>
              <a:rPr lang="en-US" dirty="0"/>
            </a:br>
            <a:r>
              <a:rPr lang="en-US" dirty="0"/>
              <a:t>How likely is a violation under uncertainty?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279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3777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9776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12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0291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305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545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6664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7937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8088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8565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5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71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63840" y="91440"/>
            <a:ext cx="3291840" cy="3291840"/>
          </a:xfrm>
          <a:prstGeom prst="arc">
            <a:avLst/>
          </a:prstGeom>
          <a:solidFill>
            <a:srgbClr val="000000">
              <a:alpha val="0"/>
            </a:srgbClr>
          </a:solidFill>
          <a:ln w="76200">
            <a:solidFill>
              <a:srgbClr val="2DD4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23960" y="3337560"/>
            <a:ext cx="2834640" cy="2834640"/>
          </a:xfrm>
          <a:prstGeom prst="arc">
            <a:avLst/>
          </a:prstGeom>
          <a:solidFill>
            <a:srgbClr val="000000">
              <a:alpha val="0"/>
            </a:srgbClr>
          </a:solidFill>
          <a:ln w="63500">
            <a:solidFill>
              <a:srgbClr val="60A5F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481328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Qualitative Neural Network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with StarV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786384" y="315468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FNN safety, CNN robustness, semantic segmentation verification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86384" y="3703320"/>
            <a:ext cx="42062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6384" y="3950208"/>
            <a:ext cx="56692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Sung Woo Choi · University of Florida</a:t>
            </a:r>
          </a:p>
          <a:p>
            <a:r>
              <a:rPr lang="en-US" sz="1300" dirty="0">
                <a:solidFill>
                  <a:srgbClr val="FFFFFF"/>
                </a:solidFill>
              </a:rPr>
              <a:t>Hoang Dung · University of Florida</a:t>
            </a:r>
          </a:p>
          <a:p>
            <a:r>
              <a:rPr lang="en-US" sz="1300" dirty="0">
                <a:solidFill>
                  <a:srgbClr val="FFFFFF"/>
                </a:solidFill>
              </a:rPr>
              <a:t>Bardh Hoxha · Toyota Research Institute of North America</a:t>
            </a:r>
          </a:p>
          <a:p>
            <a:pPr marL="0" indent="0">
              <a:buNone/>
            </a:pPr>
            <a:endParaRPr lang="en-US" sz="13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20BAD30-8BC2-CD6E-ACF2-B5FE57E5895C}"/>
              </a:ext>
            </a:extLst>
          </p:cNvPr>
          <p:cNvGrpSpPr/>
          <p:nvPr/>
        </p:nvGrpSpPr>
        <p:grpSpPr>
          <a:xfrm>
            <a:off x="786384" y="5015484"/>
            <a:ext cx="7141464" cy="310896"/>
            <a:chOff x="786384" y="5067808"/>
            <a:chExt cx="7141464" cy="310896"/>
          </a:xfrm>
        </p:grpSpPr>
        <p:sp>
          <p:nvSpPr>
            <p:cNvPr id="9" name="Shape 7"/>
            <p:cNvSpPr/>
            <p:nvPr/>
          </p:nvSpPr>
          <p:spPr>
            <a:xfrm>
              <a:off x="786384" y="5067808"/>
              <a:ext cx="2468880" cy="310896"/>
            </a:xfrm>
            <a:prstGeom prst="roundRect">
              <a:avLst>
                <a:gd name="adj" fmla="val 23529"/>
              </a:avLst>
            </a:prstGeom>
            <a:solidFill>
              <a:srgbClr val="14B8A6"/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859536" y="5136388"/>
              <a:ext cx="232257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SAFE / UNSAFE / UNKNOWN</a:t>
              </a:r>
              <a:endParaRPr lang="en-US" sz="8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29000" y="5067808"/>
              <a:ext cx="2267712" cy="310896"/>
            </a:xfrm>
            <a:prstGeom prst="roundRect">
              <a:avLst>
                <a:gd name="adj" fmla="val 23529"/>
              </a:avLst>
            </a:prstGeom>
            <a:solidFill>
              <a:srgbClr val="1F4E79"/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3502152" y="5136388"/>
              <a:ext cx="2121408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Star-based reachability</a:t>
              </a:r>
              <a:endParaRPr lang="en-US" sz="8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870448" y="5067808"/>
              <a:ext cx="2057400" cy="310896"/>
            </a:xfrm>
            <a:prstGeom prst="roundRect">
              <a:avLst>
                <a:gd name="adj" fmla="val 23529"/>
              </a:avLst>
            </a:prstGeom>
            <a:solidFill>
              <a:srgbClr val="7C3AED"/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5943600" y="5136388"/>
              <a:ext cx="191109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Perception networks</a:t>
              </a:r>
              <a:endParaRPr lang="en-US" sz="850" dirty="0"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D9C48C3-C4A3-C1FB-07C0-B917445068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9079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0E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StarV</a:t>
            </a:r>
            <a:r>
              <a:rPr lang="en-US" sz="2500" b="1" dirty="0">
                <a:solidFill>
                  <a:srgbClr val="0E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qualitative verification tutorial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 qualitative verification tutorial</a:t>
            </a:r>
            <a:endParaRPr lang="en-US" sz="800" dirty="0"/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55F297BB-59E0-A910-0370-0D440F670E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2</a:t>
            </a:fld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B1D7D63-1E46-F2CC-39CD-AAFA9D400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24" y="1910877"/>
            <a:ext cx="11542312" cy="33705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7070B-5E44-8EB2-0C54-5605A759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BA8E25-C7ED-FDFF-AFA9-435CC3883D2D}"/>
              </a:ext>
            </a:extLst>
          </p:cNvPr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44969B-3B8A-3107-9BDC-A83C9FF2743D}"/>
              </a:ext>
            </a:extLst>
          </p:cNvPr>
          <p:cNvSpPr/>
          <p:nvPr/>
        </p:nvSpPr>
        <p:spPr>
          <a:xfrm>
            <a:off x="502920" y="588133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qualitative verification proves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AD36040-D08C-4DB3-9C8E-054535CF1863}"/>
              </a:ext>
            </a:extLst>
          </p:cNvPr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C5E6058E-6C2D-F138-4ABF-0FF66056771A}"/>
                  </a:ext>
                </a:extLst>
              </p:cNvPr>
              <p:cNvSpPr/>
              <p:nvPr/>
            </p:nvSpPr>
            <p:spPr>
              <a:xfrm>
                <a:off x="685800" y="1213867"/>
                <a:ext cx="1060704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E1F35"/>
                    </a:solidFill>
                  </a:rPr>
                  <a:t>Given a neural network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E1F35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sz="2000" b="1" dirty="0">
                    <a:solidFill>
                      <a:srgbClr val="0E1F35"/>
                    </a:solidFill>
                  </a:rPr>
                  <a:t>, an input set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E1F35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000" b="1" dirty="0">
                    <a:solidFill>
                      <a:srgbClr val="0E1F35"/>
                    </a:solidFill>
                  </a:rPr>
                  <a:t>, and an unsafe output set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E1F35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en-US" sz="2000" b="1" dirty="0">
                    <a:solidFill>
                      <a:srgbClr val="0E1F35"/>
                    </a:solidFill>
                  </a:rPr>
                  <a:t>:</a:t>
                </a:r>
                <a:endParaRPr lang="en-US" sz="2000" dirty="0"/>
              </a:p>
            </p:txBody>
          </p:sp>
        </mc:Choice>
        <mc:Fallback xmlns=""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C5E6058E-6C2D-F138-4ABF-0FF6605677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213867"/>
                <a:ext cx="10607040" cy="292608"/>
              </a:xfrm>
              <a:prstGeom prst="rect">
                <a:avLst/>
              </a:prstGeom>
              <a:blipFill>
                <a:blip r:embed="rId3"/>
                <a:stretch>
                  <a:fillRect l="-1494" t="-29167" b="-5625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5A435AC5-792D-4F9C-D745-F7D5102B2671}"/>
                  </a:ext>
                </a:extLst>
              </p:cNvPr>
              <p:cNvSpPr/>
              <p:nvPr/>
            </p:nvSpPr>
            <p:spPr>
              <a:xfrm>
                <a:off x="906296" y="1637408"/>
                <a:ext cx="6907481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111827"/>
                    </a:solidFill>
                  </a:rPr>
                  <a:t>Does there exist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1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800" b="1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dirty="0">
                    <a:solidFill>
                      <a:srgbClr val="111827"/>
                    </a:solidFill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800" b="1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en-US" sz="2800" b="1" dirty="0">
                    <a:solidFill>
                      <a:srgbClr val="111827"/>
                    </a:solidFill>
                  </a:rPr>
                  <a:t>?</a:t>
                </a:r>
                <a:endParaRPr lang="en-US" sz="2800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5A435AC5-792D-4F9C-D745-F7D5102B26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96" y="1637408"/>
                <a:ext cx="6907481" cy="548640"/>
              </a:xfrm>
              <a:prstGeom prst="rect">
                <a:avLst/>
              </a:prstGeom>
              <a:blipFill>
                <a:blip r:embed="rId4"/>
                <a:stretch>
                  <a:fillRect l="-3177" t="-7778" b="-2888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E69C1465-CADA-1018-7917-7E4C2318923C}"/>
              </a:ext>
            </a:extLst>
          </p:cNvPr>
          <p:cNvSpPr/>
          <p:nvPr/>
        </p:nvSpPr>
        <p:spPr>
          <a:xfrm>
            <a:off x="860577" y="2551808"/>
            <a:ext cx="3154680" cy="109728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F166FB58-818A-6FC3-E490-0EE419048E0B}"/>
                  </a:ext>
                </a:extLst>
              </p:cNvPr>
              <p:cNvSpPr/>
              <p:nvPr/>
            </p:nvSpPr>
            <p:spPr>
              <a:xfrm>
                <a:off x="1025169" y="2698112"/>
                <a:ext cx="2825496" cy="8412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350" b="1" dirty="0">
                    <a:solidFill>
                      <a:srgbClr val="0E1F3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SAFE / UNSAT</a:t>
                </a:r>
                <a:endParaRPr lang="en-US" sz="1350" dirty="0"/>
              </a:p>
              <a:p>
                <a:pPr marL="0" indent="0">
                  <a:buNone/>
                </a:pPr>
                <a:r>
                  <a:rPr lang="en-US" sz="1350" b="1" dirty="0">
                    <a:solidFill>
                      <a:srgbClr val="0E1F3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No input in </a:t>
                </a:r>
                <a14:m>
                  <m:oMath xmlns:m="http://schemas.openxmlformats.org/officeDocument/2006/math">
                    <m:r>
                      <a:rPr lang="en-US" sz="1350" b="1" i="1" dirty="0" smtClean="0">
                        <a:solidFill>
                          <a:srgbClr val="0E1F3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𝑿</m:t>
                    </m:r>
                  </m:oMath>
                </a14:m>
                <a:r>
                  <a:rPr lang="en-US" sz="1350" b="1" dirty="0">
                    <a:solidFill>
                      <a:srgbClr val="0E1F3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violates the property.</a:t>
                </a:r>
                <a:endParaRPr lang="en-US" sz="1350" dirty="0"/>
              </a:p>
            </p:txBody>
          </p:sp>
        </mc:Choice>
        <mc:Fallback xmlns=""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F166FB58-818A-6FC3-E490-0EE419048E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169" y="2698112"/>
                <a:ext cx="2825496" cy="841248"/>
              </a:xfrm>
              <a:prstGeom prst="rect">
                <a:avLst/>
              </a:prstGeom>
              <a:blipFill>
                <a:blip r:embed="rId5"/>
                <a:stretch>
                  <a:fillRect l="-366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>
            <a:extLst>
              <a:ext uri="{FF2B5EF4-FFF2-40B4-BE49-F238E27FC236}">
                <a16:creationId xmlns:a16="http://schemas.microsoft.com/office/drawing/2014/main" id="{EA4AA7C8-61BE-003B-2FF9-E1D7AAF01A5D}"/>
              </a:ext>
            </a:extLst>
          </p:cNvPr>
          <p:cNvSpPr/>
          <p:nvPr/>
        </p:nvSpPr>
        <p:spPr>
          <a:xfrm>
            <a:off x="4518177" y="2551808"/>
            <a:ext cx="3154680" cy="109728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2235EF2-B9D6-7412-1625-FF971993A423}"/>
              </a:ext>
            </a:extLst>
          </p:cNvPr>
          <p:cNvSpPr/>
          <p:nvPr/>
        </p:nvSpPr>
        <p:spPr>
          <a:xfrm>
            <a:off x="4682769" y="2698112"/>
            <a:ext cx="2825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E1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/ SAT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E1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counterexample exists.</a:t>
            </a:r>
            <a:endParaRPr lang="en-US" sz="13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98BCFE9-33C0-E979-449A-8A3E991B3A89}"/>
              </a:ext>
            </a:extLst>
          </p:cNvPr>
          <p:cNvSpPr/>
          <p:nvPr/>
        </p:nvSpPr>
        <p:spPr>
          <a:xfrm>
            <a:off x="8175777" y="2551808"/>
            <a:ext cx="3154680" cy="109728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FFB66C6-9CBA-5E0F-50DA-5934FCC15CC7}"/>
              </a:ext>
            </a:extLst>
          </p:cNvPr>
          <p:cNvSpPr/>
          <p:nvPr/>
        </p:nvSpPr>
        <p:spPr>
          <a:xfrm>
            <a:off x="8340369" y="2698112"/>
            <a:ext cx="2825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E1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E1F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verifier cannot conclude within the chosen method/time.</a:t>
            </a:r>
            <a:endParaRPr lang="en-US" sz="12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5E86BF64-720A-B180-23DB-E77991D30160}"/>
                  </a:ext>
                </a:extLst>
              </p:cNvPr>
              <p:cNvSpPr/>
              <p:nvPr/>
            </p:nvSpPr>
            <p:spPr>
              <a:xfrm>
                <a:off x="860577" y="5044328"/>
                <a:ext cx="9875520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4B5563"/>
                    </a:solidFill>
                  </a:rPr>
                  <a:t>For </a:t>
                </a:r>
                <a:r>
                  <a:rPr lang="en-US" b="1" dirty="0">
                    <a:solidFill>
                      <a:srgbClr val="4B5563"/>
                    </a:solidFill>
                  </a:rPr>
                  <a:t>robustness </a:t>
                </a:r>
                <a:r>
                  <a:rPr lang="en-US" dirty="0">
                    <a:solidFill>
                      <a:srgbClr val="4B5563"/>
                    </a:solidFill>
                  </a:rPr>
                  <a:t>verification, X is usually a perturbation set around one nominal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4B556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4B556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4B556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4B5563"/>
                    </a:solidFill>
                  </a:rPr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5E86BF64-720A-B180-23DB-E77991D301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77" y="5044328"/>
                <a:ext cx="9875520" cy="329184"/>
              </a:xfrm>
              <a:prstGeom prst="rect">
                <a:avLst/>
              </a:prstGeom>
              <a:blipFill>
                <a:blip r:embed="rId6"/>
                <a:stretch>
                  <a:fillRect l="-1420" t="-14815" b="-3518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3">
            <a:extLst>
              <a:ext uri="{FF2B5EF4-FFF2-40B4-BE49-F238E27FC236}">
                <a16:creationId xmlns:a16="http://schemas.microsoft.com/office/drawing/2014/main" id="{3B1EB245-29C4-A9F7-5330-080E67E8757B}"/>
              </a:ext>
            </a:extLst>
          </p:cNvPr>
          <p:cNvSpPr/>
          <p:nvPr/>
        </p:nvSpPr>
        <p:spPr>
          <a:xfrm>
            <a:off x="502920" y="647395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 qualitative verification tutorial</a:t>
            </a:r>
            <a:endParaRPr lang="en-US" sz="8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42F6B02-DFC4-6D6B-7E6A-691B6ECA087E}"/>
              </a:ext>
            </a:extLst>
          </p:cNvPr>
          <p:cNvSpPr/>
          <p:nvPr/>
        </p:nvSpPr>
        <p:spPr>
          <a:xfrm>
            <a:off x="860577" y="4002155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B5563"/>
                </a:solidFill>
              </a:rPr>
              <a:t>For </a:t>
            </a:r>
            <a:r>
              <a:rPr lang="en-US" b="1" dirty="0">
                <a:solidFill>
                  <a:srgbClr val="4B5563"/>
                </a:solidFill>
              </a:rPr>
              <a:t>safety </a:t>
            </a:r>
            <a:r>
              <a:rPr lang="en-US" dirty="0">
                <a:solidFill>
                  <a:srgbClr val="4B5563"/>
                </a:solidFill>
              </a:rPr>
              <a:t>verification, X is a physical operating region.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2">
                <a:extLst>
                  <a:ext uri="{FF2B5EF4-FFF2-40B4-BE49-F238E27FC236}">
                    <a16:creationId xmlns:a16="http://schemas.microsoft.com/office/drawing/2014/main" id="{FDC62717-F19E-46CE-E2A9-A53E1B71A798}"/>
                  </a:ext>
                </a:extLst>
              </p:cNvPr>
              <p:cNvSpPr/>
              <p:nvPr/>
            </p:nvSpPr>
            <p:spPr>
              <a:xfrm>
                <a:off x="1676449" y="4379101"/>
                <a:ext cx="9105367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dirty="0" smtClean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 smtClean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200" b="1" i="0" dirty="0" smtClean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𝐬𝐚𝐟𝐞</m:t>
                        </m:r>
                      </m:sub>
                    </m:sSub>
                    <m:r>
                      <a:rPr lang="en-US" sz="2200" b="1" i="1" dirty="0" smtClean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sz="2200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200" b="1" i="1" dirty="0" smtClean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200" b="1" i="1" dirty="0" smtClean="0">
                                <a:solidFill>
                                  <a:srgbClr val="1F4E7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dirty="0" smtClean="0">
                                <a:solidFill>
                                  <a:srgbClr val="1F4E79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sz="2200" b="1" i="0" dirty="0" smtClean="0">
                                <a:solidFill>
                                  <a:srgbClr val="1F4E79"/>
                                </a:solidFill>
                                <a:latin typeface="Cambria Math" panose="02040503050406030204" pitchFamily="18" charset="0"/>
                              </a:rPr>
                              <m:t>𝐢𝐧</m:t>
                            </m:r>
                          </m:sub>
                        </m:sSub>
                        <m:r>
                          <a:rPr lang="en-US" sz="2200" b="1" i="1" dirty="0" smtClean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200" b="1" i="1" dirty="0" smtClean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2200" b="1" i="1" dirty="0" smtClean="0">
                                <a:solidFill>
                                  <a:srgbClr val="1F4E7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dirty="0" smtClean="0">
                                <a:solidFill>
                                  <a:srgbClr val="1F4E79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2200" b="1" i="0" dirty="0" smtClean="0">
                                <a:solidFill>
                                  <a:srgbClr val="1F4E79"/>
                                </a:solidFill>
                                <a:latin typeface="Cambria Math" panose="02040503050406030204" pitchFamily="18" charset="0"/>
                              </a:rPr>
                              <m:t>𝐢𝐧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        </a:t>
                </a:r>
                <a:r>
                  <a:rPr lang="en-US" dirty="0">
                    <a:solidFill>
                      <a:srgbClr val="4B5563"/>
                    </a:solidFill>
                  </a:rPr>
                  <a:t>we verify    </a:t>
                </a:r>
                <a14:m>
                  <m:oMath xmlns:m="http://schemas.openxmlformats.org/officeDocument/2006/math">
                    <m:r>
                      <a:rPr lang="ar-AE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ar-AE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 dirty="0">
                                <a:solidFill>
                                  <a:srgbClr val="1F4E7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1" dirty="0">
                                <a:solidFill>
                                  <a:srgbClr val="1F4E79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ar-AE" b="1" dirty="0">
                                <a:solidFill>
                                  <a:srgbClr val="1F4E79"/>
                                </a:solidFill>
                                <a:latin typeface="Cambria Math" panose="02040503050406030204" pitchFamily="18" charset="0"/>
                              </a:rPr>
                              <m:t>𝐫𝐨𝐛</m:t>
                            </m:r>
                          </m:sub>
                        </m:sSub>
                      </m:e>
                    </m:d>
                    <m:r>
                      <a:rPr lang="ar-AE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ar-AE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ar-AE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 12">
                <a:extLst>
                  <a:ext uri="{FF2B5EF4-FFF2-40B4-BE49-F238E27FC236}">
                    <a16:creationId xmlns:a16="http://schemas.microsoft.com/office/drawing/2014/main" id="{FDC62717-F19E-46CE-E2A9-A53E1B71A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49" y="4379101"/>
                <a:ext cx="9105367" cy="384048"/>
              </a:xfrm>
              <a:prstGeom prst="rect">
                <a:avLst/>
              </a:prstGeom>
              <a:blipFill>
                <a:blip r:embed="rId7"/>
                <a:stretch>
                  <a:fillRect l="-1071" b="-3015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AAD029E-1381-DEA1-97F2-F4D963EBABA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2">
                <a:extLst>
                  <a:ext uri="{FF2B5EF4-FFF2-40B4-BE49-F238E27FC236}">
                    <a16:creationId xmlns:a16="http://schemas.microsoft.com/office/drawing/2014/main" id="{476A1E40-4DDD-1BC4-5CF8-844E0FD73ED5}"/>
                  </a:ext>
                </a:extLst>
              </p:cNvPr>
              <p:cNvSpPr/>
              <p:nvPr/>
            </p:nvSpPr>
            <p:spPr>
              <a:xfrm>
                <a:off x="1676449" y="5424677"/>
                <a:ext cx="902000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dirty="0" smtClean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 smtClean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200" b="1" i="0" dirty="0" err="1" smtClean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𝐫𝐨𝐛</m:t>
                        </m:r>
                      </m:sub>
                    </m:sSub>
                    <m:r>
                      <a:rPr lang="en-US" sz="2200" b="1" i="1" dirty="0" smtClean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sz="2200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200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 :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sz="2200" b="1" i="1" dirty="0" smtClean="0">
                                <a:solidFill>
                                  <a:srgbClr val="1F4E7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 dirty="0" smtClean="0">
                                <a:solidFill>
                                  <a:srgbClr val="1F4E79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200" b="1" i="1" dirty="0" smtClean="0">
                                <a:solidFill>
                                  <a:srgbClr val="1F4E7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200" b="1" i="1" dirty="0" smtClean="0">
                                    <a:solidFill>
                                      <a:srgbClr val="1F4E7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dirty="0" smtClean="0">
                                    <a:solidFill>
                                      <a:srgbClr val="1F4E79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200" b="1" i="1" dirty="0" smtClean="0">
                                    <a:solidFill>
                                      <a:srgbClr val="1F4E79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en-US" sz="2200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≤ </m:t>
                        </m:r>
                        <m:r>
                          <a:rPr lang="en-US" sz="2200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r>
                          <a:rPr lang="en-US" sz="2200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 </a:t>
                </a:r>
                <a:r>
                  <a:rPr lang="en-US" dirty="0">
                    <a:solidFill>
                      <a:srgbClr val="4B5563"/>
                    </a:solidFill>
                  </a:rPr>
                  <a:t>we verify  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b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𝐬𝐚𝐟𝐞</m:t>
                        </m:r>
                      </m:sub>
                    </m:sSub>
                    <m:r>
                      <a:rPr lang="en-US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d>
                      <m:dPr>
                        <m:ctrlPr>
                          <a:rPr lang="en-US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𝐦𝐚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1" i="1" dirty="0" smtClean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4B5563"/>
                    </a:solidFill>
                  </a:rPr>
                  <a:t> </a:t>
                </a:r>
                <a:endParaRPr lang="ar-AE" dirty="0"/>
              </a:p>
            </p:txBody>
          </p:sp>
        </mc:Choice>
        <mc:Fallback xmlns="">
          <p:sp>
            <p:nvSpPr>
              <p:cNvPr id="19" name="Text 12">
                <a:extLst>
                  <a:ext uri="{FF2B5EF4-FFF2-40B4-BE49-F238E27FC236}">
                    <a16:creationId xmlns:a16="http://schemas.microsoft.com/office/drawing/2014/main" id="{476A1E40-4DDD-1BC4-5CF8-844E0FD73E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49" y="5424677"/>
                <a:ext cx="9020000" cy="384048"/>
              </a:xfrm>
              <a:prstGeom prst="rect">
                <a:avLst/>
              </a:prstGeom>
              <a:blipFill>
                <a:blip r:embed="rId8"/>
                <a:stretch>
                  <a:fillRect l="-1081" b="-3015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678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DISTINCTION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verification via reachability analysis is important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17320" y="5772596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1F35"/>
                </a:solidFill>
              </a:rPr>
              <a:t>Verification replaces empirical confidence with a formal claim over infinitely many inputs.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 qualitative verification tutorial</a:t>
            </a:r>
            <a:endParaRPr lang="en-US" sz="8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A4B4AAD-973F-622F-E9BC-67F63DE00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298" y="1124713"/>
            <a:ext cx="6518053" cy="4536301"/>
          </a:xfrm>
          <a:prstGeom prst="rect">
            <a:avLst/>
          </a:prstGeom>
        </p:spPr>
      </p:pic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40671274-EC3F-8124-7D45-C107B35535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94D07-E123-F929-6C6F-6F0D52EF7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748510-AADB-9BBC-3BDF-981CF2416BF6}"/>
              </a:ext>
            </a:extLst>
          </p:cNvPr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DISTINCTION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97BE97-DBA1-67B2-E3C4-C2843F8B1883}"/>
              </a:ext>
            </a:extLst>
          </p:cNvPr>
          <p:cNvSpPr/>
          <p:nvPr/>
        </p:nvSpPr>
        <p:spPr>
          <a:xfrm>
            <a:off x="502920" y="594995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verification via reachability analysis is important</a:t>
            </a:r>
            <a:endParaRPr lang="en-US" sz="25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67937DA-A6D7-CB53-1638-01BF2CD88D79}"/>
              </a:ext>
            </a:extLst>
          </p:cNvPr>
          <p:cNvSpPr/>
          <p:nvPr/>
        </p:nvSpPr>
        <p:spPr>
          <a:xfrm>
            <a:off x="502920" y="647395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 qualitative verification tutorial</a:t>
            </a:r>
            <a:endParaRPr lang="en-US" sz="800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712D733C-A942-EF45-8876-0752C9B306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09CD6-8010-C381-3B0E-B4BE07CED8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76" r="63200"/>
          <a:stretch>
            <a:fillRect/>
          </a:stretch>
        </p:blipFill>
        <p:spPr>
          <a:xfrm>
            <a:off x="502920" y="1888744"/>
            <a:ext cx="4486656" cy="3656583"/>
          </a:xfrm>
          <a:prstGeom prst="rect">
            <a:avLst/>
          </a:prstGeom>
        </p:spPr>
      </p:pic>
      <p:sp>
        <p:nvSpPr>
          <p:cNvPr id="8" name="Shape 19">
            <a:extLst>
              <a:ext uri="{FF2B5EF4-FFF2-40B4-BE49-F238E27FC236}">
                <a16:creationId xmlns:a16="http://schemas.microsoft.com/office/drawing/2014/main" id="{091EE4BC-D6FF-0D16-A78D-539482F3D725}"/>
              </a:ext>
            </a:extLst>
          </p:cNvPr>
          <p:cNvSpPr/>
          <p:nvPr/>
        </p:nvSpPr>
        <p:spPr>
          <a:xfrm>
            <a:off x="5021580" y="3501136"/>
            <a:ext cx="5486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20">
            <a:extLst>
              <a:ext uri="{FF2B5EF4-FFF2-40B4-BE49-F238E27FC236}">
                <a16:creationId xmlns:a16="http://schemas.microsoft.com/office/drawing/2014/main" id="{771A2363-B134-D07D-3BD7-71E9523D0E7D}"/>
              </a:ext>
            </a:extLst>
          </p:cNvPr>
          <p:cNvSpPr/>
          <p:nvPr/>
        </p:nvSpPr>
        <p:spPr>
          <a:xfrm>
            <a:off x="7609332" y="3501136"/>
            <a:ext cx="49072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7">
            <a:extLst>
              <a:ext uri="{FF2B5EF4-FFF2-40B4-BE49-F238E27FC236}">
                <a16:creationId xmlns:a16="http://schemas.microsoft.com/office/drawing/2014/main" id="{B32CFE8E-586D-0795-A0B1-C876508BDFE6}"/>
              </a:ext>
            </a:extLst>
          </p:cNvPr>
          <p:cNvSpPr/>
          <p:nvPr/>
        </p:nvSpPr>
        <p:spPr>
          <a:xfrm>
            <a:off x="5652516" y="2929636"/>
            <a:ext cx="1874520" cy="1143000"/>
          </a:xfrm>
          <a:prstGeom prst="hexagon">
            <a:avLst/>
          </a:prstGeom>
          <a:solidFill>
            <a:srgbClr val="0E1F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E1CF8F90-15B3-54BC-6A4F-4AF6FDF53B46}"/>
              </a:ext>
            </a:extLst>
          </p:cNvPr>
          <p:cNvSpPr/>
          <p:nvPr/>
        </p:nvSpPr>
        <p:spPr>
          <a:xfrm>
            <a:off x="6195060" y="33202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f</a:t>
            </a:r>
            <a:endParaRPr 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B90E6F-1607-E033-612B-61C8ACCB90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76" r="63200"/>
          <a:stretch>
            <a:fillRect/>
          </a:stretch>
        </p:blipFill>
        <p:spPr>
          <a:xfrm>
            <a:off x="120825" y="1610614"/>
            <a:ext cx="4868751" cy="39679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C8FBFE-8289-B501-71B0-AC0229AFD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976" y="1277086"/>
            <a:ext cx="3260739" cy="4534976"/>
          </a:xfrm>
          <a:prstGeom prst="rect">
            <a:avLst/>
          </a:prstGeom>
        </p:spPr>
      </p:pic>
      <p:sp>
        <p:nvSpPr>
          <p:cNvPr id="19" name="Shape 2">
            <a:extLst>
              <a:ext uri="{FF2B5EF4-FFF2-40B4-BE49-F238E27FC236}">
                <a16:creationId xmlns:a16="http://schemas.microsoft.com/office/drawing/2014/main" id="{1FE7DEEB-42A8-A970-38CA-04A92493DDF8}"/>
              </a:ext>
            </a:extLst>
          </p:cNvPr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75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8AEC9-AA5C-D94C-EC45-5DFA2D7AF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A18004-A10B-A503-2C73-3CE941DD2297}"/>
              </a:ext>
            </a:extLst>
          </p:cNvPr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</a:rPr>
              <a:t>REACHABILITY METHODS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51331A-01BD-D5A5-7F3C-EF9DDC9BD7A0}"/>
              </a:ext>
            </a:extLst>
          </p:cNvPr>
          <p:cNvSpPr/>
          <p:nvPr/>
        </p:nvSpPr>
        <p:spPr>
          <a:xfrm>
            <a:off x="502920" y="601105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Types of Reachability Methods: Exact and Over-approximate</a:t>
            </a:r>
            <a:endParaRPr lang="en-US" sz="25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BB72FCB-2FAF-59DB-B85E-E04EE161A5F9}"/>
              </a:ext>
            </a:extLst>
          </p:cNvPr>
          <p:cNvSpPr/>
          <p:nvPr/>
        </p:nvSpPr>
        <p:spPr>
          <a:xfrm>
            <a:off x="502920" y="647395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 qualitative verification tutorial</a:t>
            </a:r>
            <a:endParaRPr lang="en-US" sz="800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7DC1E7FE-7BB0-B85B-2B23-395C6DBF83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6</a:t>
            </a:fld>
            <a:endParaRPr lang="en-US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361D0EB0-0A83-7D21-F2AC-4E4C7A61A9E3}"/>
              </a:ext>
            </a:extLst>
          </p:cNvPr>
          <p:cNvSpPr/>
          <p:nvPr/>
        </p:nvSpPr>
        <p:spPr>
          <a:xfrm>
            <a:off x="685800" y="1213867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1F35"/>
                </a:solidFill>
              </a:rPr>
              <a:t>Reachability Methods:</a:t>
            </a:r>
            <a:endParaRPr lang="en-US" sz="2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7AB52F5-3E06-FEF5-A582-2A3ACFD6D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0"/>
            <a:ext cx="5139067" cy="38526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2CC84F3-0957-9DA0-4878-5E44336ADDDB}"/>
              </a:ext>
            </a:extLst>
          </p:cNvPr>
          <p:cNvSpPr txBox="1"/>
          <p:nvPr/>
        </p:nvSpPr>
        <p:spPr>
          <a:xfrm>
            <a:off x="2273947" y="1801368"/>
            <a:ext cx="2092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11827"/>
                </a:solidFill>
              </a:rPr>
              <a:t>Exact Reachability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B9A8ED9-60F5-080C-108E-1178DF203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285999"/>
            <a:ext cx="5343031" cy="400812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9238A98-3378-72B2-E75B-0AACAF91A156}"/>
              </a:ext>
            </a:extLst>
          </p:cNvPr>
          <p:cNvSpPr txBox="1"/>
          <p:nvPr/>
        </p:nvSpPr>
        <p:spPr>
          <a:xfrm>
            <a:off x="7158367" y="1796796"/>
            <a:ext cx="3296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E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Over-approximate</a:t>
            </a:r>
            <a:r>
              <a:rPr lang="en-US" sz="1800" b="1" dirty="0">
                <a:solidFill>
                  <a:srgbClr val="111827"/>
                </a:solidFill>
              </a:rPr>
              <a:t> Reachability</a:t>
            </a:r>
            <a:endParaRPr lang="en-US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5A650504-3268-7E5E-92B4-9F07C5139F9B}"/>
              </a:ext>
            </a:extLst>
          </p:cNvPr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57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C58A-BC73-EE3E-A95F-4D3AD1306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22">
            <a:extLst>
              <a:ext uri="{FF2B5EF4-FFF2-40B4-BE49-F238E27FC236}">
                <a16:creationId xmlns:a16="http://schemas.microsoft.com/office/drawing/2014/main" id="{31283DA7-99EA-7397-76EC-F13DD28DE268}"/>
              </a:ext>
            </a:extLst>
          </p:cNvPr>
          <p:cNvSpPr/>
          <p:nvPr/>
        </p:nvSpPr>
        <p:spPr>
          <a:xfrm>
            <a:off x="502920" y="647395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 qualitative verification tutorial</a:t>
            </a:r>
            <a:endParaRPr lang="en-US" sz="800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E9D27561-62C5-F5DB-986D-5836364E0E9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67A4BC-EB57-BB20-2841-CECCDBB326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76" r="63200"/>
          <a:stretch>
            <a:fillRect/>
          </a:stretch>
        </p:blipFill>
        <p:spPr>
          <a:xfrm>
            <a:off x="534924" y="1864295"/>
            <a:ext cx="4486656" cy="3656583"/>
          </a:xfrm>
          <a:prstGeom prst="rect">
            <a:avLst/>
          </a:prstGeom>
        </p:spPr>
      </p:pic>
      <p:sp>
        <p:nvSpPr>
          <p:cNvPr id="8" name="Shape 19">
            <a:extLst>
              <a:ext uri="{FF2B5EF4-FFF2-40B4-BE49-F238E27FC236}">
                <a16:creationId xmlns:a16="http://schemas.microsoft.com/office/drawing/2014/main" id="{8A05E979-B975-8824-E3E0-70CCD5D88652}"/>
              </a:ext>
            </a:extLst>
          </p:cNvPr>
          <p:cNvSpPr/>
          <p:nvPr/>
        </p:nvSpPr>
        <p:spPr>
          <a:xfrm>
            <a:off x="5053584" y="3476687"/>
            <a:ext cx="5486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20">
            <a:extLst>
              <a:ext uri="{FF2B5EF4-FFF2-40B4-BE49-F238E27FC236}">
                <a16:creationId xmlns:a16="http://schemas.microsoft.com/office/drawing/2014/main" id="{D8799AF0-E670-6808-F917-A4365D7F3D41}"/>
              </a:ext>
            </a:extLst>
          </p:cNvPr>
          <p:cNvSpPr/>
          <p:nvPr/>
        </p:nvSpPr>
        <p:spPr>
          <a:xfrm>
            <a:off x="7641336" y="3476687"/>
            <a:ext cx="49072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7">
            <a:extLst>
              <a:ext uri="{FF2B5EF4-FFF2-40B4-BE49-F238E27FC236}">
                <a16:creationId xmlns:a16="http://schemas.microsoft.com/office/drawing/2014/main" id="{3FE61267-7ECD-4668-D16D-68FE345A8D4C}"/>
              </a:ext>
            </a:extLst>
          </p:cNvPr>
          <p:cNvSpPr/>
          <p:nvPr/>
        </p:nvSpPr>
        <p:spPr>
          <a:xfrm>
            <a:off x="5684520" y="2905187"/>
            <a:ext cx="1874520" cy="1143000"/>
          </a:xfrm>
          <a:prstGeom prst="hexagon">
            <a:avLst/>
          </a:prstGeom>
          <a:solidFill>
            <a:srgbClr val="0E1F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0923CA7B-557C-9648-89AD-BBE8B25281A9}"/>
              </a:ext>
            </a:extLst>
          </p:cNvPr>
          <p:cNvSpPr/>
          <p:nvPr/>
        </p:nvSpPr>
        <p:spPr>
          <a:xfrm>
            <a:off x="6227064" y="3295839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f</a:t>
            </a:r>
            <a:endParaRPr 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A04806-D8AA-1275-5E45-512C7C9E88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76" r="63200"/>
          <a:stretch>
            <a:fillRect/>
          </a:stretch>
        </p:blipFill>
        <p:spPr>
          <a:xfrm>
            <a:off x="152829" y="1586165"/>
            <a:ext cx="4868751" cy="39679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1675C5-7F04-1F9D-9AC9-2B7C4343F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335" y="1357630"/>
            <a:ext cx="3537749" cy="4572761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48C69270-5143-9A78-ACCB-A44D23045961}"/>
              </a:ext>
            </a:extLst>
          </p:cNvPr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</a:rPr>
              <a:t>REACHABILITY METHODS</a:t>
            </a:r>
            <a:endParaRPr lang="en-US" sz="14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1F8A96A0-28B4-6F39-90CF-AF3D572597FF}"/>
              </a:ext>
            </a:extLst>
          </p:cNvPr>
          <p:cNvSpPr/>
          <p:nvPr/>
        </p:nvSpPr>
        <p:spPr>
          <a:xfrm>
            <a:off x="502920" y="601105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Types of Reachability Methods: Exact and Over-approximate</a:t>
            </a:r>
            <a:endParaRPr lang="en-US" sz="250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F19AAB16-26AE-785E-DFDA-ED1F1F4EB0FC}"/>
              </a:ext>
            </a:extLst>
          </p:cNvPr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21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ABSTRACTION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81323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 set: compact representation of infinitely many inputs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0" y="1279081"/>
                <a:ext cx="5657014" cy="149233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1F4E79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800" b="1" i="1" dirty="0" smtClean="0">
                          <a:solidFill>
                            <a:srgbClr val="1F4E79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1" i="1" dirty="0" smtClean="0">
                              <a:solidFill>
                                <a:srgbClr val="1F4E7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 smtClean="0">
                              <a:solidFill>
                                <a:srgbClr val="1F4E79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dirty="0" smtClean="0">
                              <a:solidFill>
                                <a:srgbClr val="1F4E79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800" b="1" i="1" dirty="0" smtClean="0">
                              <a:solidFill>
                                <a:srgbClr val="1F4E79"/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sz="2800" b="1" i="1" dirty="0" smtClean="0">
                              <a:solidFill>
                                <a:srgbClr val="1F4E79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800" b="1" i="1" dirty="0" smtClean="0">
                              <a:solidFill>
                                <a:srgbClr val="1F4E79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sz="2800" b="1" i="1" dirty="0" smtClean="0">
                              <a:solidFill>
                                <a:srgbClr val="1F4E79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  <m:r>
                            <a:rPr lang="en-US" sz="2800" b="1" i="1" dirty="0" smtClean="0">
                              <a:solidFill>
                                <a:srgbClr val="1F4E79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sz="2800" b="1" i="1" dirty="0" smtClean="0">
                              <a:solidFill>
                                <a:srgbClr val="1F4E79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  <m:r>
                        <a:rPr lang="en-US" sz="2800" b="1" i="1" dirty="0" smtClean="0">
                          <a:solidFill>
                            <a:srgbClr val="1F4E79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1" i="1" dirty="0" smtClean="0">
                          <a:solidFill>
                            <a:srgbClr val="1F4E79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800" b="1" i="1" dirty="0" smtClean="0">
                          <a:solidFill>
                            <a:srgbClr val="1F4E7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 smtClean="0">
                          <a:solidFill>
                            <a:srgbClr val="1F4E79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sz="2800" b="1" i="1" dirty="0" smtClean="0">
                          <a:solidFill>
                            <a:srgbClr val="1F4E79"/>
                          </a:solidFill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2800" b="1" i="1" dirty="0">
                  <a:solidFill>
                    <a:srgbClr val="1F4E79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800" b="1" dirty="0">
                    <a:solidFill>
                      <a:srgbClr val="1F4E79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800" b="1" i="1" dirty="0" smtClean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dirty="0" smtClean="0">
                            <a:solidFill>
                              <a:srgbClr val="1F4E79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sz="2800" b="1" i="1" dirty="0" smtClean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800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800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2800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sz="2800" b="1" i="1" dirty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2800" b="0" i="1" dirty="0" smtClean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800" b="1" i="1" dirty="0" smtClean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sz="2800" b="1" i="1" dirty="0" smtClean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1" i="1" dirty="0" smtClean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2800" b="1" i="1" dirty="0" smtClean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1" i="1" dirty="0" smtClean="0">
                        <a:solidFill>
                          <a:srgbClr val="1F4E79"/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endParaRPr lang="en-US" sz="2800" b="1" i="1" dirty="0">
                  <a:solidFill>
                    <a:srgbClr val="1F4E79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79081"/>
                <a:ext cx="5657014" cy="1492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621717" y="2620426"/>
                <a:ext cx="5650993" cy="176791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152400" indent="-152400"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𝑐</m:t>
                    </m:r>
                  </m:oMath>
                </a14:m>
                <a:r>
                  <a:rPr lang="en-US" sz="2000" dirty="0">
                    <a:solidFill>
                      <a:srgbClr val="11182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: center input</a:t>
                </a:r>
                <a:endParaRPr lang="en-US" sz="2000" dirty="0"/>
              </a:p>
              <a:p>
                <a:pPr marL="152400" indent="-152400"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𝑉</m:t>
                    </m:r>
                  </m:oMath>
                </a14:m>
                <a:r>
                  <a:rPr lang="en-US" sz="2000" dirty="0">
                    <a:solidFill>
                      <a:srgbClr val="11182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: generator vectors (representing directions)</a:t>
                </a:r>
                <a:endParaRPr lang="en-US" sz="2000" dirty="0"/>
              </a:p>
              <a:p>
                <a:pPr marL="152400" indent="-152400"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𝛼</m:t>
                    </m:r>
                  </m:oMath>
                </a14:m>
                <a:r>
                  <a:rPr lang="en-US" sz="2000" dirty="0">
                    <a:solidFill>
                      <a:srgbClr val="11182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: predicate vectors (uncertain coefficients)</a:t>
                </a:r>
                <a:endParaRPr lang="en-US" sz="2000" dirty="0"/>
              </a:p>
              <a:p>
                <a:pPr marL="152400" indent="-152400"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𝐶</m:t>
                    </m:r>
                    <m:r>
                      <a:rPr lang="en-US" sz="2000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𝛼</m:t>
                    </m:r>
                    <m:r>
                      <a:rPr lang="en-US" sz="2000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 ≤ </m:t>
                    </m:r>
                    <m:r>
                      <a:rPr lang="en-US" sz="2000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𝑑</m:t>
                    </m:r>
                  </m:oMath>
                </a14:m>
                <a:r>
                  <a:rPr lang="en-US" sz="2000" dirty="0">
                    <a:solidFill>
                      <a:srgbClr val="11182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: predicate constraints</a:t>
                </a:r>
              </a:p>
              <a:p>
                <a:pPr marL="152400" indent="-152400"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predicate bounds</a:t>
                </a:r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17" y="2620426"/>
                <a:ext cx="5650993" cy="1767914"/>
              </a:xfrm>
              <a:prstGeom prst="rect">
                <a:avLst/>
              </a:prstGeom>
              <a:blipFill>
                <a:blip r:embed="rId4"/>
                <a:stretch>
                  <a:fillRect l="-2697" b="-17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3"/>
          <p:cNvSpPr/>
          <p:nvPr/>
        </p:nvSpPr>
        <p:spPr>
          <a:xfrm>
            <a:off x="6459129" y="4838077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F35"/>
                </a:solidFill>
              </a:rPr>
              <a:t>Geometric meaning: one symbolic object represents a full polytope of possible inputs.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 qualitative verification tutorial</a:t>
            </a:r>
            <a:endParaRPr lang="en-US" sz="800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3E01712-2F7D-7318-977F-18AD9BDF69C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8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460196A-82D6-53E6-A9AE-B97117743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8000" y="1044131"/>
            <a:ext cx="5305738" cy="36786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486BB2-38EB-9571-88C8-3370D005A3C7}"/>
                  </a:ext>
                </a:extLst>
              </p:cNvPr>
              <p:cNvSpPr txBox="1"/>
              <p:nvPr/>
            </p:nvSpPr>
            <p:spPr>
              <a:xfrm>
                <a:off x="497097" y="4527999"/>
                <a:ext cx="5480410" cy="415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.7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0.35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1.05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1.2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−1.2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1.5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486BB2-38EB-9571-88C8-3370D005A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97" y="4527999"/>
                <a:ext cx="5480410" cy="415627"/>
              </a:xfrm>
              <a:prstGeom prst="rect">
                <a:avLst/>
              </a:prstGeom>
              <a:blipFill>
                <a:blip r:embed="rId6"/>
                <a:stretch>
                  <a:fillRect l="-445" t="-188235" b="-27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PERCEPTION NETWORKS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89895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Star to ImageStar to SparseImageStar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8215"/>
            <a:ext cx="310896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2032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800239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</a:rPr>
              <a:t>Star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165999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</a:rPr>
              <a:t>Vector networks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</a:rPr>
              <a:t>FNN / ACASXu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04488" y="2266583"/>
            <a:ext cx="3931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0" y="1608215"/>
            <a:ext cx="310896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2032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1800239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</a:rPr>
              <a:t>ImageStar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2165999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</a:rPr>
              <a:t>Image-shaped sets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</a:rPr>
              <a:t>CNN robustness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07808" y="2266583"/>
            <a:ext cx="3931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83880" y="1608215"/>
            <a:ext cx="310896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2032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48472" y="1800239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</a:rPr>
              <a:t>SparseImageStar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2165999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</a:rPr>
              <a:t>Sparse generator dataset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</a:rPr>
              <a:t>large CNN / segmentation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1944" y="351979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1F35"/>
                </a:solidFill>
              </a:rPr>
              <a:t>Why sparse?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3384" y="3859699"/>
            <a:ext cx="10012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feature maps create huge intermediate symbolic states.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/>
              <a:t>Dense generators can cause memory exhaustion for high-dimensional inputs and large neural networks.</a:t>
            </a:r>
          </a:p>
          <a:p>
            <a:pPr marL="152400" indent="-152400">
              <a:buSzPct val="100000"/>
              <a:buChar char="•"/>
            </a:pPr>
            <a:r>
              <a:rPr lang="en-US" sz="16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SparseImageStar</a:t>
            </a: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keeps reachability feasible for larger perception models.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 qualitative verification tutorial</a:t>
            </a:r>
            <a:endParaRPr lang="en-US" sz="8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8E9DDD5-89F4-A15C-205E-A5EB7B842D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3">
            <a:extLst>
              <a:ext uri="{FF2B5EF4-FFF2-40B4-BE49-F238E27FC236}">
                <a16:creationId xmlns:a16="http://schemas.microsoft.com/office/drawing/2014/main" id="{AB1E53ED-D6F9-C7DB-B860-5133C96D722C}"/>
              </a:ext>
            </a:extLst>
          </p:cNvPr>
          <p:cNvSpPr/>
          <p:nvPr/>
        </p:nvSpPr>
        <p:spPr>
          <a:xfrm>
            <a:off x="626364" y="3886200"/>
            <a:ext cx="3154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6AAC1E28-68B2-8F99-F9A1-21C7EBAF1AC7}"/>
              </a:ext>
            </a:extLst>
          </p:cNvPr>
          <p:cNvSpPr/>
          <p:nvPr/>
        </p:nvSpPr>
        <p:spPr>
          <a:xfrm>
            <a:off x="8119872" y="3886200"/>
            <a:ext cx="3154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989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StarV verification pipeline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30936" y="2039112"/>
            <a:ext cx="3154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2185416"/>
            <a:ext cx="2825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Load model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ONNX / MATLAB / </a:t>
            </a:r>
            <a:r>
              <a:rPr lang="en-US" sz="1280" b="1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</a:t>
            </a: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network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3794760" y="2542032"/>
            <a:ext cx="448056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79976" y="2039112"/>
            <a:ext cx="3154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44568" y="2185416"/>
            <a:ext cx="2825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Create input set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Star, ImageStar, SparseImageStar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7543800" y="2542032"/>
            <a:ext cx="448056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129016" y="2039112"/>
            <a:ext cx="3154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93608" y="2185416"/>
            <a:ext cx="2825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Define property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or robustness inequalities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9701784" y="3072384"/>
            <a:ext cx="0" cy="61748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89036" y="4014216"/>
            <a:ext cx="2825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Reachability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propagate sets through layers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 flipH="1">
            <a:off x="3931920" y="4370832"/>
            <a:ext cx="448056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E9E0D18-7645-E234-277E-EA5310174428}"/>
              </a:ext>
            </a:extLst>
          </p:cNvPr>
          <p:cNvGrpSpPr/>
          <p:nvPr/>
        </p:nvGrpSpPr>
        <p:grpSpPr>
          <a:xfrm>
            <a:off x="4379976" y="3867912"/>
            <a:ext cx="3154680" cy="1005840"/>
            <a:chOff x="4389120" y="3337560"/>
            <a:chExt cx="3154680" cy="1005840"/>
          </a:xfrm>
        </p:grpSpPr>
        <p:sp>
          <p:nvSpPr>
            <p:cNvPr id="17" name="Shape 15"/>
            <p:cNvSpPr/>
            <p:nvPr/>
          </p:nvSpPr>
          <p:spPr>
            <a:xfrm>
              <a:off x="4389120" y="3337560"/>
              <a:ext cx="3154680" cy="100584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4553712" y="3483864"/>
              <a:ext cx="2825496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80" b="1" dirty="0">
                  <a:solidFill>
                    <a:srgbClr val="11182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5. Check result</a:t>
              </a:r>
              <a:endParaRPr lang="en-US" sz="1280" dirty="0"/>
            </a:p>
            <a:p>
              <a:pPr marL="0" indent="0">
                <a:buNone/>
              </a:pPr>
              <a:r>
                <a:rPr lang="en-US" sz="1280" b="1" dirty="0">
                  <a:solidFill>
                    <a:srgbClr val="11182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SAFE/ROBUST, UNSAFE/UNROBUST, UNKNOWN</a:t>
              </a:r>
              <a:endParaRPr lang="en-US" sz="1280" dirty="0"/>
            </a:p>
          </p:txBody>
        </p:sp>
      </p:grpSp>
      <p:sp>
        <p:nvSpPr>
          <p:cNvPr id="19" name="Shape 17"/>
          <p:cNvSpPr/>
          <p:nvPr/>
        </p:nvSpPr>
        <p:spPr>
          <a:xfrm flipH="1">
            <a:off x="7671816" y="4370832"/>
            <a:ext cx="45720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672" y="4032504"/>
            <a:ext cx="2825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Visualize</a:t>
            </a:r>
            <a:r>
              <a:rPr lang="en-US" sz="1280" dirty="0"/>
              <a:t> </a:t>
            </a: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bounds, counterexamples, robust regions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 qualitative verification tutorial</a:t>
            </a:r>
            <a:endParaRPr lang="en-US" sz="800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F3621AA2-06DB-C738-DA69-259E877144E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1245707"/>
            <a:ext cx="68394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473"/>
                </a:solidFill>
              </a:defRPr>
            </a:pPr>
            <a:r>
              <a:rPr sz="1600" dirty="0">
                <a:solidFill>
                  <a:srgbClr val="002060"/>
                </a:solidFill>
              </a:rPr>
              <a:t>Safety verification over a convex operating region, not image-style perturbation.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791758"/>
            <a:ext cx="3108960" cy="1417320"/>
          </a:xfrm>
          <a:prstGeom prst="roundRect">
            <a:avLst/>
          </a:prstGeom>
          <a:solidFill>
            <a:srgbClr val="E2EE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7" y="1901486"/>
            <a:ext cx="27797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A2140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" y="2212382"/>
            <a:ext cx="2779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D3C"/>
                </a:solidFill>
                <a:latin typeface="Aptos"/>
              </a:defRPr>
            </a:pPr>
            <a:r>
              <a:rPr dirty="0"/>
              <a:t>ACASXU_FFNN_1_1</a:t>
            </a:r>
            <a:br>
              <a:rPr dirty="0"/>
            </a:br>
            <a:r>
              <a:rPr dirty="0"/>
              <a:t>5 inputs → 5 advisory scores</a:t>
            </a:r>
            <a:br>
              <a:rPr dirty="0"/>
            </a:br>
            <a:r>
              <a:rPr dirty="0"/>
              <a:t>13 </a:t>
            </a:r>
            <a:r>
              <a:rPr dirty="0" err="1"/>
              <a:t>StarV</a:t>
            </a:r>
            <a:r>
              <a:rPr dirty="0"/>
              <a:t> layers: FC/</a:t>
            </a:r>
            <a:r>
              <a:rPr dirty="0" err="1"/>
              <a:t>ReLU</a:t>
            </a:r>
            <a:r>
              <a:rPr dirty="0"/>
              <a:t> alternation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1794322"/>
            <a:ext cx="3291840" cy="1417320"/>
          </a:xfrm>
          <a:prstGeom prst="roundRect">
            <a:avLst/>
          </a:prstGeom>
          <a:solidFill>
            <a:srgbClr val="E1F4EC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79" y="1904050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A2140"/>
                </a:solidFill>
                <a:latin typeface="Aptos"/>
              </a:defRPr>
            </a:pPr>
            <a:r>
              <a:t>Input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297679" y="2214946"/>
                <a:ext cx="296265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200" b="0">
                    <a:solidFill>
                      <a:srgbClr val="232D3C"/>
                    </a:solidFill>
                    <a:latin typeface="Aptos"/>
                  </a:defRPr>
                </a:pPr>
                <a:r>
                  <a:rPr lang="en-US" dirty="0"/>
                  <a:t>A physical aircraft-encounter region: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{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: </m:t>
                      </m:r>
                      <m:sSub>
                        <m:sSubPr>
                          <m:ctrlPr>
                            <a:rPr lang="ar-AE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ar-AE" i="1" dirty="0" err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ar-AE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 ≤ </m:t>
                      </m:r>
                      <m:sSub>
                        <m:sSubPr>
                          <m:ctrlPr>
                            <a:rPr lang="ar-AE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 dirty="0" err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i="1" dirty="0" err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br>
                  <a:rPr lang="ar-AE" dirty="0"/>
                </a:br>
                <a:r>
                  <a:rPr lang="en-US" dirty="0"/>
                  <a:t>or a bound box:  </a:t>
                </a:r>
              </a:p>
              <a:p>
                <a:pPr>
                  <a:defRPr sz="1200" b="0">
                    <a:solidFill>
                      <a:srgbClr val="232D3C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={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79" y="2214946"/>
                <a:ext cx="2962656" cy="830997"/>
              </a:xfrm>
              <a:prstGeom prst="rect">
                <a:avLst/>
              </a:prstGeom>
              <a:blipFill>
                <a:blip r:embed="rId3"/>
                <a:stretch>
                  <a:fillRect b="-1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7812024" y="1805927"/>
            <a:ext cx="3566160" cy="1417320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76616" y="1915655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A2140"/>
                </a:solidFill>
                <a:latin typeface="Aptos"/>
              </a:defRPr>
            </a:pPr>
            <a:r>
              <a:t>Output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976616" y="2226551"/>
                <a:ext cx="323697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200" b="0">
                    <a:solidFill>
                      <a:srgbClr val="232D3C"/>
                    </a:solidFill>
                    <a:latin typeface="Aptos"/>
                  </a:defRPr>
                </a:pPr>
                <a:r>
                  <a:rPr lang="en-US" dirty="0"/>
                  <a:t>Unsafe advisory region from VNN-LIB: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{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br>
                  <a:rPr lang="en-US" dirty="0"/>
                </a:br>
                <a:r>
                  <a:rPr lang="en-US" b="1" dirty="0"/>
                  <a:t>SAFE</a:t>
                </a:r>
                <a:r>
                  <a:rPr lang="en-US" dirty="0"/>
                  <a:t>  if </a:t>
                </a:r>
              </a:p>
              <a:p>
                <a:pPr>
                  <a:defRPr sz="1200" b="0">
                    <a:solidFill>
                      <a:srgbClr val="232D3C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∩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616" y="2226551"/>
                <a:ext cx="3236976" cy="830997"/>
              </a:xfrm>
              <a:prstGeom prst="rect">
                <a:avLst/>
              </a:prstGeom>
              <a:blipFill>
                <a:blip r:embed="rId4"/>
                <a:stretch>
                  <a:fillRect l="-188" b="-1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/>
          <p:cNvSpPr/>
          <p:nvPr/>
        </p:nvSpPr>
        <p:spPr>
          <a:xfrm>
            <a:off x="5472176" y="3425513"/>
            <a:ext cx="5906008" cy="1754551"/>
          </a:xfrm>
          <a:prstGeom prst="roundRect">
            <a:avLst/>
          </a:prstGeom>
          <a:solidFill>
            <a:srgbClr val="F8FAFC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54040" y="3791926"/>
            <a:ext cx="5692264" cy="1200329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rPr dirty="0"/>
              <a:t>net_id = (1, 1)</a:t>
            </a:r>
            <a:br>
              <a:rPr dirty="0"/>
            </a:br>
            <a:r>
              <a:rPr dirty="0"/>
              <a:t>spec_id = 1</a:t>
            </a:r>
            <a:endParaRPr lang="en-US" dirty="0"/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br>
              <a:rPr dirty="0"/>
            </a:br>
            <a:r>
              <a:rPr dirty="0"/>
              <a:t>net, lb, ub, unsafe_mat, unsafe_vec = load_ACASXU(*net_id, </a:t>
            </a:r>
            <a:r>
              <a:rPr dirty="0" err="1"/>
              <a:t>spec_id</a:t>
            </a:r>
            <a:r>
              <a:rPr dirty="0"/>
              <a:t>)</a:t>
            </a:r>
            <a:endParaRPr lang="en-US" dirty="0"/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br>
              <a:rPr dirty="0"/>
            </a:br>
            <a:r>
              <a:rPr dirty="0"/>
              <a:t>X = Star(lb, ub)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47104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473"/>
                </a:solidFill>
              </a:defRPr>
            </a:pPr>
            <a:r>
              <a:t>StarV qualitative verification tutorial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10528"/>
            <a:ext cx="868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00"/>
                </a:solidFill>
              </a:defRPr>
            </a:pPr>
            <a:r>
              <a:t>15</a:t>
            </a: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2F9F49FF-914D-5C45-E5C4-082CE94B113E}"/>
              </a:ext>
            </a:extLst>
          </p:cNvPr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FNN DEMO</a:t>
            </a:r>
            <a:endParaRPr lang="en-US" sz="1400" dirty="0">
              <a:solidFill>
                <a:srgbClr val="2563EB"/>
              </a:solidFill>
            </a:endParaRP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99527DB2-DC75-4E73-9A93-BDA763681BED}"/>
              </a:ext>
            </a:extLst>
          </p:cNvPr>
          <p:cNvSpPr/>
          <p:nvPr/>
        </p:nvSpPr>
        <p:spPr>
          <a:xfrm>
            <a:off x="502920" y="580645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1: FNN control network — ACASXu</a:t>
            </a:r>
            <a:endParaRPr lang="en-US" sz="25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FEFC8209-13FC-25D6-C8E2-C95958357941}"/>
              </a:ext>
            </a:extLst>
          </p:cNvPr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AC27F20-D296-3C04-3ED6-A8D56D6E313B}"/>
              </a:ext>
            </a:extLst>
          </p:cNvPr>
          <p:cNvGrpSpPr/>
          <p:nvPr/>
        </p:nvGrpSpPr>
        <p:grpSpPr>
          <a:xfrm>
            <a:off x="630936" y="3428767"/>
            <a:ext cx="4414520" cy="2935344"/>
            <a:chOff x="669544" y="3585852"/>
            <a:chExt cx="4414520" cy="2935344"/>
          </a:xfrm>
        </p:grpSpPr>
        <p:sp>
          <p:nvSpPr>
            <p:cNvPr id="3" name="Rounded Rectangle 4">
              <a:extLst>
                <a:ext uri="{FF2B5EF4-FFF2-40B4-BE49-F238E27FC236}">
                  <a16:creationId xmlns:a16="http://schemas.microsoft.com/office/drawing/2014/main" id="{A2033F1C-9B48-D8AA-24DB-9B54A2655963}"/>
                </a:ext>
              </a:extLst>
            </p:cNvPr>
            <p:cNvSpPr/>
            <p:nvPr/>
          </p:nvSpPr>
          <p:spPr>
            <a:xfrm>
              <a:off x="669544" y="3594790"/>
              <a:ext cx="4414520" cy="291573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FBEA319-E25B-6DE1-079C-ED95FBEDA6EE}"/>
                </a:ext>
              </a:extLst>
            </p:cNvPr>
            <p:cNvGrpSpPr/>
            <p:nvPr/>
          </p:nvGrpSpPr>
          <p:grpSpPr>
            <a:xfrm>
              <a:off x="2876804" y="5062829"/>
              <a:ext cx="2011680" cy="1458367"/>
              <a:chOff x="3180226" y="5229809"/>
              <a:chExt cx="2011680" cy="1458367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3180226" y="5229809"/>
                <a:ext cx="201168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400" b="1">
                    <a:solidFill>
                      <a:srgbClr val="0A2140"/>
                    </a:solidFill>
                    <a:latin typeface="Aptos"/>
                  </a:defRPr>
                </a:pPr>
                <a:r>
                  <a:rPr dirty="0"/>
                  <a:t>State variables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3289954" y="5595569"/>
                    <a:ext cx="1819656" cy="109260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>
                      <a:defRPr sz="1300" b="0">
                        <a:solidFill>
                          <a:srgbClr val="000000"/>
                        </a:solidFill>
                        <a:latin typeface="Aptos"/>
                      </a:defRPr>
                    </a:pPr>
                    <a14:m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: </m:t>
                        </m:r>
                      </m:oMath>
                    </a14:m>
                    <a:r>
                      <a:rPr lang="en-US" dirty="0"/>
                      <a:t>distance to intruder</a:t>
                    </a:r>
                    <a:br>
                      <a:rPr lang="en-US" dirty="0"/>
                    </a:br>
                    <a14:m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: </m:t>
                        </m:r>
                      </m:oMath>
                    </a14:m>
                    <a:r>
                      <a:rPr lang="en-US" dirty="0"/>
                      <a:t>angle to intruder</a:t>
                    </a:r>
                    <a:br>
                      <a:rPr lang="en-US" dirty="0"/>
                    </a:br>
                    <a14:m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: </m:t>
                        </m:r>
                      </m:oMath>
                    </a14:m>
                    <a:r>
                      <a:rPr lang="en-US" dirty="0"/>
                      <a:t>intruder heading</a:t>
                    </a:r>
                    <a:br>
                      <a:rPr lang="en-US" dirty="0"/>
                    </a:b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ar-A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ar-AE" i="1" dirty="0" smtClean="0">
                                <a:latin typeface="Cambria Math" panose="02040503050406030204" pitchFamily="18" charset="0"/>
                              </a:rPr>
                              <m:t>𝑜𝑤𝑛</m:t>
                            </m:r>
                          </m:sub>
                        </m:sSub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: </m:t>
                        </m:r>
                      </m:oMath>
                    </a14:m>
                    <a:r>
                      <a:rPr lang="en-US" dirty="0" err="1"/>
                      <a:t>ownship</a:t>
                    </a:r>
                    <a:r>
                      <a:rPr lang="en-US" dirty="0"/>
                      <a:t> speed</a:t>
                    </a:r>
                    <a:br>
                      <a:rPr lang="en-US" dirty="0"/>
                    </a:b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𝑖𝑛𝑡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: </m:t>
                        </m:r>
                      </m:oMath>
                    </a14:m>
                    <a:r>
                      <a:rPr lang="en-US" dirty="0"/>
                      <a:t>intruder speed</a:t>
                    </a:r>
                    <a:endParaRPr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9954" y="5595569"/>
                    <a:ext cx="1819656" cy="109260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446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026" name="Picture 2" descr="Geometry for ACAS Xu Horizontal Logic Table  ">
              <a:extLst>
                <a:ext uri="{FF2B5EF4-FFF2-40B4-BE49-F238E27FC236}">
                  <a16:creationId xmlns:a16="http://schemas.microsoft.com/office/drawing/2014/main" id="{BC239B91-66A2-B9DA-5684-47B553D37B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4993" y="3585852"/>
              <a:ext cx="2878881" cy="22228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1319233"/>
            <a:ext cx="98680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473"/>
                </a:solidFill>
              </a:defRPr>
            </a:pPr>
            <a:r>
              <a:rPr sz="1600" dirty="0">
                <a:solidFill>
                  <a:srgbClr val="002060"/>
                </a:solidFill>
              </a:rPr>
              <a:t>Both methods propagate the Star input set through the same FNN, then test intersection with the unsafe output 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43956"/>
            <a:ext cx="4999736" cy="979631"/>
          </a:xfrm>
          <a:prstGeom prst="roundRect">
            <a:avLst/>
          </a:prstGeom>
          <a:solidFill>
            <a:srgbClr val="E2EE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" y="1919562"/>
            <a:ext cx="2916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A2140"/>
                </a:solidFill>
                <a:latin typeface="Aptos"/>
              </a:defRPr>
            </a:pPr>
            <a:r>
              <a:rPr dirty="0"/>
              <a:t>Approximate BFS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8220" y="2233337"/>
            <a:ext cx="4619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D3C"/>
                </a:solidFill>
                <a:latin typeface="Aptos"/>
              </a:defRPr>
            </a:pPr>
            <a:r>
              <a:rPr dirty="0"/>
              <a:t>One over-approximated output Star.</a:t>
            </a:r>
            <a:br>
              <a:rPr dirty="0"/>
            </a:br>
            <a:r>
              <a:rPr dirty="0"/>
              <a:t>Fast, but unsafe overlap can produce UNKNOWN.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3090672"/>
            <a:ext cx="5029200" cy="11704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871" y="3343432"/>
            <a:ext cx="4693593" cy="60016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output_set</a:t>
            </a:r>
            <a:r>
              <a:rPr dirty="0"/>
              <a:t>, </a:t>
            </a:r>
            <a:r>
              <a:rPr dirty="0" err="1"/>
              <a:t>unsafe_output_set</a:t>
            </a:r>
            <a:r>
              <a:rPr dirty="0"/>
              <a:t>, result = </a:t>
            </a:r>
            <a:r>
              <a:rPr b="1" dirty="0" err="1"/>
              <a:t>qualiVerifyApproxBFS</a:t>
            </a:r>
            <a:r>
              <a:rPr dirty="0"/>
              <a:t>(</a:t>
            </a:r>
            <a:br>
              <a:rPr dirty="0"/>
            </a:br>
            <a:r>
              <a:rPr dirty="0"/>
              <a:t>    net, X, unsafe_mat, unsafe_vec, </a:t>
            </a:r>
            <a:r>
              <a:rPr dirty="0" err="1"/>
              <a:t>lp_solver</a:t>
            </a:r>
            <a:r>
              <a:rPr dirty="0"/>
              <a:t>='</a:t>
            </a:r>
            <a:r>
              <a:rPr dirty="0" err="1"/>
              <a:t>gurobi</a:t>
            </a:r>
            <a:r>
              <a:rPr dirty="0"/>
              <a:t>'</a:t>
            </a:r>
            <a:br>
              <a:rPr dirty="0"/>
            </a:br>
            <a:r>
              <a:rPr dirty="0"/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19799" y="1846921"/>
            <a:ext cx="5653031" cy="978302"/>
          </a:xfrm>
          <a:prstGeom prst="roundRect">
            <a:avLst/>
          </a:prstGeom>
          <a:solidFill>
            <a:srgbClr val="E1F4EC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8983" y="1915182"/>
            <a:ext cx="3282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A2140"/>
                </a:solidFill>
                <a:latin typeface="Aptos"/>
              </a:defRPr>
            </a:pPr>
            <a:r>
              <a:t>Exact BFS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8983" y="2226078"/>
            <a:ext cx="32826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D3C"/>
                </a:solidFill>
                <a:latin typeface="Aptos"/>
              </a:defRPr>
            </a:pPr>
            <a:r>
              <a:rPr dirty="0"/>
              <a:t>Splits </a:t>
            </a:r>
            <a:r>
              <a:rPr dirty="0" err="1"/>
              <a:t>ReLU</a:t>
            </a:r>
            <a:r>
              <a:rPr dirty="0"/>
              <a:t> ambiguity exactly.</a:t>
            </a:r>
            <a:br>
              <a:rPr dirty="0"/>
            </a:br>
            <a:r>
              <a:rPr dirty="0"/>
              <a:t>More precise, but can generate many Star</a:t>
            </a:r>
            <a:r>
              <a:rPr lang="en-US" dirty="0"/>
              <a:t> set</a:t>
            </a:r>
            <a:r>
              <a:rPr dirty="0"/>
              <a:t>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9799" y="3093636"/>
            <a:ext cx="5653031" cy="11704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6960" y="3343432"/>
            <a:ext cx="5515870" cy="6001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output_set</a:t>
            </a:r>
            <a:r>
              <a:rPr dirty="0"/>
              <a:t>, </a:t>
            </a:r>
            <a:r>
              <a:rPr dirty="0" err="1"/>
              <a:t>unsafe_output_set</a:t>
            </a:r>
            <a:r>
              <a:rPr dirty="0"/>
              <a:t>, </a:t>
            </a:r>
            <a:r>
              <a:rPr dirty="0" err="1"/>
              <a:t>cex_sets</a:t>
            </a:r>
            <a:r>
              <a:rPr dirty="0"/>
              <a:t>, result = </a:t>
            </a:r>
            <a:r>
              <a:rPr b="1" dirty="0" err="1"/>
              <a:t>qualiVerifyExactBFS</a:t>
            </a:r>
            <a:r>
              <a:rPr dirty="0"/>
              <a:t>(</a:t>
            </a:r>
            <a:br>
              <a:rPr dirty="0"/>
            </a:br>
            <a:r>
              <a:rPr dirty="0"/>
              <a:t>    net, [X], </a:t>
            </a:r>
            <a:r>
              <a:rPr dirty="0" err="1"/>
              <a:t>unsafe_mat</a:t>
            </a:r>
            <a:r>
              <a:rPr dirty="0"/>
              <a:t>, </a:t>
            </a:r>
            <a:r>
              <a:rPr dirty="0" err="1"/>
              <a:t>unsafe_vec</a:t>
            </a:r>
            <a:r>
              <a:rPr dirty="0"/>
              <a:t>, </a:t>
            </a:r>
            <a:r>
              <a:rPr dirty="0" err="1"/>
              <a:t>lp_solver</a:t>
            </a:r>
            <a:r>
              <a:rPr dirty="0"/>
              <a:t>='</a:t>
            </a:r>
            <a:r>
              <a:rPr dirty="0" err="1"/>
              <a:t>gurobi</a:t>
            </a:r>
            <a:r>
              <a:rPr dirty="0"/>
              <a:t>'</a:t>
            </a:r>
            <a:br>
              <a:rPr dirty="0"/>
            </a:br>
            <a:r>
              <a:rPr dirty="0"/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4760216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140"/>
                </a:solidFill>
                <a:latin typeface="Aptos"/>
              </a:defRPr>
            </a:pPr>
            <a:r>
              <a:rPr sz="1600"/>
              <a:t>Interpretation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061968"/>
            <a:ext cx="10515600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</a:defRPr>
            </a:pPr>
            <a:r>
              <a:rPr dirty="0"/>
              <a:t>Approximate </a:t>
            </a:r>
            <a:r>
              <a:rPr b="1" dirty="0"/>
              <a:t>UNKNOWN</a:t>
            </a:r>
            <a:r>
              <a:rPr dirty="0"/>
              <a:t> means the over-approximation intersects the unsafe region.</a:t>
            </a: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</a:defRPr>
            </a:pPr>
            <a:r>
              <a:rPr dirty="0"/>
              <a:t>Exact </a:t>
            </a:r>
            <a:r>
              <a:rPr b="1" dirty="0"/>
              <a:t>UNSAT</a:t>
            </a:r>
            <a:r>
              <a:rPr dirty="0"/>
              <a:t> for every generated output Star proves safety for the given input set.</a:t>
            </a: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</a:defRPr>
            </a:pPr>
            <a:r>
              <a:rPr dirty="0"/>
              <a:t>Do not interpret </a:t>
            </a:r>
            <a:r>
              <a:rPr b="1" dirty="0"/>
              <a:t>UNKNOWN</a:t>
            </a:r>
            <a:r>
              <a:rPr dirty="0"/>
              <a:t> as unsafe or safe.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65392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473"/>
                </a:solidFill>
              </a:defRPr>
            </a:pPr>
            <a:r>
              <a:t>StarV qualitative verification tutorial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10528"/>
            <a:ext cx="868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00"/>
                </a:solidFill>
              </a:defRPr>
            </a:pPr>
            <a:r>
              <a:t>16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9F3BE7C3-4140-E27C-507A-7B388CF80BD9}"/>
              </a:ext>
            </a:extLst>
          </p:cNvPr>
          <p:cNvSpPr/>
          <p:nvPr/>
        </p:nvSpPr>
        <p:spPr>
          <a:xfrm>
            <a:off x="512064" y="5842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500" b="1">
                <a:solidFill>
                  <a:srgbClr val="0A2140"/>
                </a:solidFill>
              </a:defRPr>
            </a:pPr>
            <a:r>
              <a:rPr lang="en-US" dirty="0"/>
              <a:t>Approximate BFS vs. Exact BFS</a:t>
            </a: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BE00150B-305C-03C8-A207-3634CD154F1F}"/>
              </a:ext>
            </a:extLst>
          </p:cNvPr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FNN DEMO</a:t>
            </a:r>
            <a:endParaRPr lang="en-US" sz="1400" dirty="0">
              <a:solidFill>
                <a:srgbClr val="2563EB"/>
              </a:solidFill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6B2D1D1B-E509-6E11-B8A9-3DFE775E2CB7}"/>
              </a:ext>
            </a:extLst>
          </p:cNvPr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4">
            <a:extLst>
              <a:ext uri="{FF2B5EF4-FFF2-40B4-BE49-F238E27FC236}">
                <a16:creationId xmlns:a16="http://schemas.microsoft.com/office/drawing/2014/main" id="{8199196F-E774-6719-2490-4E9ABB81E8E3}"/>
              </a:ext>
            </a:extLst>
          </p:cNvPr>
          <p:cNvSpPr/>
          <p:nvPr/>
        </p:nvSpPr>
        <p:spPr>
          <a:xfrm>
            <a:off x="777238" y="5535692"/>
            <a:ext cx="10789921" cy="9382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23080" y="2496265"/>
                <a:ext cx="291693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200" b="0">
                    <a:solidFill>
                      <a:srgbClr val="232D3C"/>
                    </a:solidFill>
                    <a:latin typeface="Aptos"/>
                  </a:defRPr>
                </a:pPr>
                <a:r>
                  <a:rPr dirty="0" err="1"/>
                  <a:t>TorchVision</a:t>
                </a:r>
                <a:r>
                  <a:rPr dirty="0"/>
                  <a:t> pretrained VGG16</a:t>
                </a:r>
                <a:br>
                  <a:rPr dirty="0"/>
                </a:br>
                <a:r>
                  <a:rPr dirty="0"/>
                  <a:t>Convert to </a:t>
                </a:r>
                <a:r>
                  <a:rPr dirty="0" err="1"/>
                  <a:t>StarV</a:t>
                </a:r>
                <a:r>
                  <a:rPr dirty="0"/>
                  <a:t> network</a:t>
                </a:r>
                <a:br>
                  <a:rPr dirty="0"/>
                </a:br>
                <a:r>
                  <a:rPr dirty="0"/>
                  <a:t>Input shape: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224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224</m:t>
                    </m:r>
                  </m:oMath>
                </a14:m>
                <a:br>
                  <a:rPr dirty="0"/>
                </a:br>
                <a:r>
                  <a:rPr dirty="0"/>
                  <a:t>Output: 1000 logits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080" y="2496265"/>
                <a:ext cx="2916936" cy="830997"/>
              </a:xfrm>
              <a:prstGeom prst="rect">
                <a:avLst/>
              </a:prstGeom>
              <a:blipFill>
                <a:blip r:embed="rId4"/>
                <a:stretch>
                  <a:fillRect b="-4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889240" y="2496265"/>
                <a:ext cx="314553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200" b="0">
                    <a:solidFill>
                      <a:srgbClr val="232D3C"/>
                    </a:solidFill>
                    <a:latin typeface="Aptos"/>
                  </a:defRPr>
                </a:pPr>
                <a:r>
                  <a:rPr dirty="0"/>
                  <a:t>spec9_Border_terrier.vnnlib</a:t>
                </a:r>
                <a:br>
                  <a:rPr dirty="0"/>
                </a:br>
                <a:r>
                  <a:rPr dirty="0"/>
                  <a:t>ImageNet label index: 182</a:t>
                </a:r>
                <a:br>
                  <a:rPr dirty="0"/>
                </a:br>
                <a:r>
                  <a:rPr dirty="0"/>
                  <a:t>20 attacked scalar pixel values</a:t>
                </a:r>
                <a:endParaRPr lang="en-US" dirty="0"/>
              </a:p>
              <a:p>
                <a:pPr>
                  <a:defRPr sz="1200" b="0">
                    <a:solidFill>
                      <a:srgbClr val="232D3C"/>
                    </a:solidFill>
                    <a:latin typeface="Aptos"/>
                  </a:defRPr>
                </a:pPr>
                <a:endParaRPr lang="en-US" dirty="0"/>
              </a:p>
              <a:p>
                <a:pPr>
                  <a:defRPr sz="1200" b="0">
                    <a:solidFill>
                      <a:srgbClr val="232D3C"/>
                    </a:solidFill>
                    <a:latin typeface="Aptos"/>
                  </a:defRPr>
                </a:pPr>
                <a:r>
                  <a:rPr lang="en-US" dirty="0"/>
                  <a:t>The robust input set is</a:t>
                </a:r>
              </a:p>
              <a:p>
                <a:pPr>
                  <a:defRPr sz="1200" b="0">
                    <a:solidFill>
                      <a:srgbClr val="232D3C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𝑟𝑜𝑏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={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240" y="2496265"/>
                <a:ext cx="3145536" cy="1200329"/>
              </a:xfrm>
              <a:prstGeom prst="rect">
                <a:avLst/>
              </a:prstGeom>
              <a:blipFill>
                <a:blip r:embed="rId5"/>
                <a:stretch>
                  <a:fillRect b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621792" y="1234440"/>
            <a:ext cx="1078992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555D69"/>
                </a:solidFill>
                <a:latin typeface="Aptos"/>
              </a:defRPr>
            </a:pPr>
            <a:r>
              <a:rPr sz="1600" dirty="0">
                <a:solidFill>
                  <a:srgbClr val="002060"/>
                </a:solidFill>
              </a:rPr>
              <a:t>ImageNet classifier, VNN-LIB perturbation property, </a:t>
            </a:r>
            <a:r>
              <a:rPr sz="1600" dirty="0" err="1">
                <a:solidFill>
                  <a:srgbClr val="002060"/>
                </a:solidFill>
              </a:rPr>
              <a:t>ImageStar</a:t>
            </a:r>
            <a:r>
              <a:rPr sz="1600" dirty="0">
                <a:solidFill>
                  <a:srgbClr val="002060"/>
                </a:solidFill>
              </a:rPr>
              <a:t>/</a:t>
            </a:r>
            <a:r>
              <a:rPr sz="1600" dirty="0" err="1">
                <a:solidFill>
                  <a:srgbClr val="002060"/>
                </a:solidFill>
              </a:rPr>
              <a:t>SparseImageStar</a:t>
            </a:r>
            <a:r>
              <a:rPr sz="1600" dirty="0">
                <a:solidFill>
                  <a:srgbClr val="002060"/>
                </a:solidFill>
              </a:rPr>
              <a:t> input sets</a:t>
            </a:r>
            <a:r>
              <a:rPr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1673352"/>
            <a:ext cx="3429000" cy="1325880"/>
          </a:xfrm>
          <a:prstGeom prst="roundRect">
            <a:avLst/>
          </a:prstGeom>
          <a:solidFill>
            <a:srgbClr val="E2EEFB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1783080"/>
            <a:ext cx="309981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70" b="1">
                <a:solidFill>
                  <a:srgbClr val="152642"/>
                </a:solidFill>
              </a:defRPr>
            </a:pPr>
            <a:r>
              <a:t>Model</a:t>
            </a:r>
          </a:p>
          <a:p>
            <a:pPr>
              <a:spcAft>
                <a:spcPts val="400"/>
              </a:spcAft>
              <a:defRPr sz="1270">
                <a:solidFill>
                  <a:srgbClr val="141414"/>
                </a:solidFill>
              </a:defRPr>
            </a:pPr>
            <a:r>
              <a:t>TorchVision pretrained VGG16 → StarV network</a:t>
            </a:r>
          </a:p>
          <a:p>
            <a:pPr>
              <a:spcAft>
                <a:spcPts val="400"/>
              </a:spcAft>
              <a:defRPr sz="1270">
                <a:solidFill>
                  <a:srgbClr val="141414"/>
                </a:solidFill>
              </a:defRPr>
            </a:pPr>
            <a:r>
              <a:t>Input shape: 224 × 224 × 3</a:t>
            </a:r>
          </a:p>
          <a:p>
            <a:pPr>
              <a:spcAft>
                <a:spcPts val="400"/>
              </a:spcAft>
              <a:defRPr sz="1270">
                <a:solidFill>
                  <a:srgbClr val="141414"/>
                </a:solidFill>
              </a:defRPr>
            </a:pPr>
            <a:r>
              <a:t>Output: 1000 ImageNet logits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154680"/>
            <a:ext cx="3429000" cy="1645920"/>
          </a:xfrm>
          <a:prstGeom prst="roundRect">
            <a:avLst/>
          </a:prstGeom>
          <a:solidFill>
            <a:srgbClr val="E6F6E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822959" y="3264408"/>
                <a:ext cx="2681183" cy="125418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470" b="1">
                    <a:solidFill>
                      <a:srgbClr val="152642"/>
                    </a:solidFill>
                  </a:defRPr>
                </a:pPr>
                <a:r>
                  <a:rPr dirty="0"/>
                  <a:t>Input property</a:t>
                </a:r>
              </a:p>
              <a:p>
                <a:pPr>
                  <a:spcAft>
                    <a:spcPts val="400"/>
                  </a:spcAft>
                  <a:defRPr sz="1270">
                    <a:solidFill>
                      <a:srgbClr val="141414"/>
                    </a:solidFill>
                  </a:defRPr>
                </a:pPr>
                <a:r>
                  <a:rPr dirty="0"/>
                  <a:t>spec9_Border_terrier.vnnlib</a:t>
                </a:r>
              </a:p>
              <a:p>
                <a:pPr>
                  <a:spcAft>
                    <a:spcPts val="400"/>
                  </a:spcAft>
                  <a:defRPr sz="1270">
                    <a:solidFill>
                      <a:srgbClr val="141414"/>
                    </a:solidFill>
                  </a:defRPr>
                </a:pPr>
                <a:r>
                  <a:rPr dirty="0"/>
                  <a:t>Label index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182</m:t>
                    </m:r>
                  </m:oMath>
                </a14:m>
                <a:endParaRPr dirty="0"/>
              </a:p>
              <a:p>
                <a:pPr>
                  <a:spcAft>
                    <a:spcPts val="400"/>
                  </a:spcAft>
                  <a:defRPr sz="1270">
                    <a:solidFill>
                      <a:srgbClr val="141414"/>
                    </a:solidFill>
                  </a:defRPr>
                </a:pPr>
                <a:r>
                  <a:rPr dirty="0"/>
                  <a:t>20 attacked scalar pixel values</a:t>
                </a:r>
              </a:p>
              <a:p>
                <a:pPr>
                  <a:spcAft>
                    <a:spcPts val="400"/>
                  </a:spcAft>
                  <a:defRPr sz="1270">
                    <a:solidFill>
                      <a:srgbClr val="141414"/>
                    </a:solidFill>
                  </a:defRPr>
                </a:pPr>
                <a:r>
                  <a:rPr dirty="0"/>
                  <a:t>Input box: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𝑙𝑏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𝑢𝑏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9" y="3264408"/>
                <a:ext cx="2681183" cy="1254189"/>
              </a:xfrm>
              <a:prstGeom prst="rect">
                <a:avLst/>
              </a:prstGeom>
              <a:blipFill>
                <a:blip r:embed="rId6"/>
                <a:stretch>
                  <a:fillRect l="-909" t="-1463" b="-3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/>
          <p:cNvSpPr/>
          <p:nvPr/>
        </p:nvSpPr>
        <p:spPr>
          <a:xfrm>
            <a:off x="4343400" y="1673352"/>
            <a:ext cx="7223760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5B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35424" y="1847088"/>
            <a:ext cx="676656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1">
                <a:solidFill>
                  <a:srgbClr val="152642"/>
                </a:solidFill>
                <a:latin typeface="Aptos"/>
              </a:defRPr>
            </a:pPr>
            <a:r>
              <a:t>Output property: classification robustness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4617720" y="2231136"/>
                <a:ext cx="6629400" cy="2090316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>
                <a:spAutoFit/>
              </a:bodyPr>
              <a:lstStyle/>
              <a:p>
                <a:pPr>
                  <a:defRPr sz="1500" b="0">
                    <a:solidFill>
                      <a:srgbClr val="141414"/>
                    </a:solidFill>
                    <a:latin typeface="Aptos"/>
                  </a:defRPr>
                </a:pPr>
                <a:r>
                  <a:rPr lang="en-US" dirty="0"/>
                  <a:t>For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</a:t>
                </a:r>
              </a:p>
              <a:p>
                <a:pPr>
                  <a:defRPr sz="1500" b="0">
                    <a:solidFill>
                      <a:srgbClr val="141414"/>
                    </a:solidFill>
                    <a:latin typeface="Aptos"/>
                  </a:defRPr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>
                  <a:defRPr sz="1500" b="0">
                    <a:solidFill>
                      <a:srgbClr val="141414"/>
                    </a:solidFill>
                    <a:latin typeface="Aptos"/>
                  </a:defRPr>
                </a:pPr>
                <a:endParaRPr lang="en-US" dirty="0"/>
              </a:p>
              <a:p>
                <a:pPr>
                  <a:defRPr sz="1500" b="0">
                    <a:solidFill>
                      <a:srgbClr val="141414"/>
                    </a:solidFill>
                    <a:latin typeface="Aptos"/>
                  </a:defRPr>
                </a:pPr>
                <a:r>
                  <a:rPr lang="en-US" dirty="0"/>
                  <a:t>Equivalent unsafe-region form:</a:t>
                </a:r>
              </a:p>
              <a:p>
                <a:pPr>
                  <a:defRPr sz="1500" b="0">
                    <a:solidFill>
                      <a:srgbClr val="141414"/>
                    </a:solidFill>
                    <a:latin typeface="Aptos"/>
                  </a:defRPr>
                </a:pPr>
                <a:r>
                  <a:rPr lang="en-US" dirty="0"/>
                  <a:t>    exists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&gt; </m:t>
                    </m:r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defRPr sz="1500" b="0">
                    <a:solidFill>
                      <a:srgbClr val="141414"/>
                    </a:solidFill>
                    <a:latin typeface="Aptos"/>
                  </a:defRPr>
                </a:pPr>
                <a:endParaRPr lang="en-US" dirty="0"/>
              </a:p>
              <a:p>
                <a:pPr>
                  <a:defRPr sz="1500" b="0">
                    <a:solidFill>
                      <a:srgbClr val="141414"/>
                    </a:solidFill>
                    <a:latin typeface="Aptos"/>
                  </a:defRPr>
                </a:pPr>
                <a:r>
                  <a:rPr lang="en-US" dirty="0"/>
                  <a:t>Reachable-logit certificate:</a:t>
                </a:r>
              </a:p>
              <a:p>
                <a:pPr>
                  <a:defRPr sz="1500" b="0">
                    <a:solidFill>
                      <a:srgbClr val="141414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bar>
                      <m:r>
                        <a:rPr lang="en-US" i="1" dirty="0">
                          <a:latin typeface="Cambria Math" panose="02040503050406030204" pitchFamily="18" charset="0"/>
                        </a:rPr>
                        <m:t>&gt;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dirty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bar>
                            <m:barPr>
                              <m:pos m:val="top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bar>
                        </m:e>
                      </m:func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720" y="2231136"/>
                <a:ext cx="6629400" cy="2090316"/>
              </a:xfrm>
              <a:prstGeom prst="rect">
                <a:avLst/>
              </a:prstGeom>
              <a:blipFill>
                <a:blip r:embed="rId7"/>
                <a:stretch>
                  <a:fillRect l="-1104" t="-1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22"/>
          <p:cNvSpPr/>
          <p:nvPr/>
        </p:nvSpPr>
        <p:spPr>
          <a:xfrm>
            <a:off x="4572000" y="4297680"/>
            <a:ext cx="6629400" cy="393192"/>
          </a:xfrm>
          <a:prstGeom prst="roundRect">
            <a:avLst/>
          </a:prstGeom>
          <a:solidFill>
            <a:srgbClr val="FFF3E1"/>
          </a:solidFill>
          <a:ln w="10160">
            <a:solidFill>
              <a:srgbClr val="E6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81728" y="4379976"/>
            <a:ext cx="6400800" cy="21945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1">
                <a:solidFill>
                  <a:srgbClr val="152642"/>
                </a:solidFill>
                <a:latin typeface="Aptos"/>
              </a:defRPr>
            </a:pPr>
            <a:r>
              <a:t>Demo certificate: 29.77 &gt; 17.44, margin = 12.34 → ROBUST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166360"/>
            <a:ext cx="106070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152642"/>
                </a:solidFill>
                <a:latin typeface="Aptos"/>
              </a:defRPr>
            </a:pPr>
            <a:r>
              <a:rPr dirty="0"/>
              <a:t>Interpretation: every admissible image in the VNN-LIB input box remains classified as Border terrier.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0969" y="5654087"/>
            <a:ext cx="4687502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202A36"/>
                </a:solidFill>
                <a:latin typeface="Courier New"/>
              </a:defRPr>
            </a:pPr>
            <a:r>
              <a:rPr dirty="0"/>
              <a:t>result = </a:t>
            </a:r>
            <a:r>
              <a:rPr b="1" dirty="0" err="1"/>
              <a:t>certifyRobustness</a:t>
            </a:r>
            <a:r>
              <a:rPr dirty="0"/>
              <a:t>(</a:t>
            </a:r>
          </a:p>
          <a:p>
            <a:pPr>
              <a:spcAft>
                <a:spcPts val="0"/>
              </a:spcAft>
              <a:defRPr sz="1100">
                <a:solidFill>
                  <a:srgbClr val="202A36"/>
                </a:solidFill>
                <a:latin typeface="Courier New"/>
              </a:defRPr>
            </a:pPr>
            <a:r>
              <a:rPr dirty="0"/>
              <a:t>    net=net, inputs=</a:t>
            </a:r>
            <a:r>
              <a:rPr dirty="0" err="1"/>
              <a:t>input_set</a:t>
            </a:r>
            <a:r>
              <a:rPr dirty="0"/>
              <a:t>, labels=182,</a:t>
            </a:r>
          </a:p>
          <a:p>
            <a:pPr>
              <a:spcAft>
                <a:spcPts val="0"/>
              </a:spcAft>
              <a:defRPr sz="1100">
                <a:solidFill>
                  <a:srgbClr val="202A36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reachability_method</a:t>
            </a:r>
            <a:r>
              <a:rPr dirty="0"/>
              <a:t>='</a:t>
            </a:r>
            <a:r>
              <a:rPr dirty="0" err="1"/>
              <a:t>approx</a:t>
            </a:r>
            <a:r>
              <a:rPr dirty="0"/>
              <a:t>', </a:t>
            </a:r>
            <a:r>
              <a:rPr dirty="0" err="1"/>
              <a:t>lp_solver</a:t>
            </a:r>
            <a:r>
              <a:rPr dirty="0"/>
              <a:t>='</a:t>
            </a:r>
            <a:r>
              <a:rPr dirty="0" err="1"/>
              <a:t>gurobi</a:t>
            </a:r>
            <a:r>
              <a:rPr dirty="0"/>
              <a:t>')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5943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D69"/>
                </a:solidFill>
              </a:defRPr>
            </a:pPr>
            <a:r>
              <a:t>StarV qualitative verification tutorial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52881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D69"/>
                </a:solidFill>
              </a:defRPr>
            </a:pPr>
            <a:r>
              <a:t>17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70173FA1-B003-F9EE-A4C7-3DDB471DC7E2}"/>
              </a:ext>
            </a:extLst>
          </p:cNvPr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DEMO</a:t>
            </a:r>
            <a:endParaRPr lang="en-US" sz="1400" dirty="0">
              <a:solidFill>
                <a:srgbClr val="2563EB"/>
              </a:solidFill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2F237DA-C1AC-96BB-1930-7F9547FAB1C6}"/>
              </a:ext>
            </a:extLst>
          </p:cNvPr>
          <p:cNvSpPr/>
          <p:nvPr/>
        </p:nvSpPr>
        <p:spPr>
          <a:xfrm>
            <a:off x="512064" y="5842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500" b="1">
                <a:solidFill>
                  <a:srgbClr val="0A2140"/>
                </a:solidFill>
              </a:defRPr>
            </a:pPr>
            <a:r>
              <a:rPr lang="en-US" dirty="0"/>
              <a:t>Demo 2: VGG16 robustness verification — fill the output property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836650A2-5606-D8DC-2AA1-CB3E2E6544A0}"/>
              </a:ext>
            </a:extLst>
          </p:cNvPr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1378232"/>
            <a:ext cx="906171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473"/>
                </a:solidFill>
              </a:defRPr>
            </a:pPr>
            <a:r>
              <a:rPr sz="1600" dirty="0">
                <a:solidFill>
                  <a:srgbClr val="002060"/>
                </a:solidFill>
              </a:rPr>
              <a:t>The same VNN-LIB input box is represented as </a:t>
            </a:r>
            <a:r>
              <a:rPr sz="1600" dirty="0" err="1">
                <a:solidFill>
                  <a:srgbClr val="002060"/>
                </a:solidFill>
              </a:rPr>
              <a:t>ImageStar</a:t>
            </a:r>
            <a:r>
              <a:rPr sz="1600" dirty="0">
                <a:solidFill>
                  <a:srgbClr val="002060"/>
                </a:solidFill>
              </a:rPr>
              <a:t>, </a:t>
            </a:r>
            <a:r>
              <a:rPr sz="1600" dirty="0" err="1">
                <a:solidFill>
                  <a:srgbClr val="002060"/>
                </a:solidFill>
              </a:rPr>
              <a:t>SparseImageStar</a:t>
            </a:r>
            <a:r>
              <a:rPr sz="1600" dirty="0">
                <a:solidFill>
                  <a:srgbClr val="002060"/>
                </a:solidFill>
              </a:rPr>
              <a:t> COO, and </a:t>
            </a:r>
            <a:r>
              <a:rPr sz="1600" dirty="0" err="1">
                <a:solidFill>
                  <a:srgbClr val="002060"/>
                </a:solidFill>
              </a:rPr>
              <a:t>SparseImageStar</a:t>
            </a:r>
            <a:r>
              <a:rPr sz="1600" dirty="0">
                <a:solidFill>
                  <a:srgbClr val="002060"/>
                </a:solidFill>
              </a:rPr>
              <a:t> CSR.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233" y="2050768"/>
            <a:ext cx="640080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7719" y="2405407"/>
            <a:ext cx="6042153" cy="190359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7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input_sets</a:t>
            </a:r>
            <a:r>
              <a:rPr dirty="0"/>
              <a:t> = {</a:t>
            </a:r>
            <a:br>
              <a:rPr dirty="0"/>
            </a:br>
            <a:r>
              <a:rPr dirty="0"/>
              <a:t>    '</a:t>
            </a:r>
            <a:r>
              <a:rPr dirty="0" err="1"/>
              <a:t>ImageStar</a:t>
            </a:r>
            <a:r>
              <a:rPr lang="en-US" dirty="0"/>
              <a:t>'</a:t>
            </a:r>
            <a:r>
              <a:rPr dirty="0"/>
              <a:t>: </a:t>
            </a:r>
            <a:r>
              <a:rPr b="1" dirty="0" err="1">
                <a:solidFill>
                  <a:schemeClr val="accent1">
                    <a:lumMod val="75000"/>
                  </a:schemeClr>
                </a:solidFill>
              </a:rPr>
              <a:t>ImageStar</a:t>
            </a:r>
            <a:r>
              <a:rPr dirty="0"/>
              <a:t>(</a:t>
            </a:r>
            <a:r>
              <a:rPr dirty="0" err="1"/>
              <a:t>lb</a:t>
            </a:r>
            <a:r>
              <a:rPr dirty="0"/>
              <a:t>, </a:t>
            </a:r>
            <a:r>
              <a:rPr dirty="0" err="1"/>
              <a:t>ub</a:t>
            </a:r>
            <a:r>
              <a:rPr dirty="0"/>
              <a:t>),</a:t>
            </a:r>
            <a:br>
              <a:rPr dirty="0"/>
            </a:br>
            <a:r>
              <a:rPr dirty="0"/>
              <a:t>    'SparseImageStar2DCSR': </a:t>
            </a:r>
            <a:r>
              <a:rPr b="1" dirty="0">
                <a:solidFill>
                  <a:srgbClr val="00B050"/>
                </a:solidFill>
              </a:rPr>
              <a:t>SparseImageStar2DCSR</a:t>
            </a:r>
            <a:r>
              <a:rPr dirty="0"/>
              <a:t>(</a:t>
            </a:r>
            <a:r>
              <a:rPr dirty="0" err="1"/>
              <a:t>lb</a:t>
            </a:r>
            <a:r>
              <a:rPr dirty="0"/>
              <a:t>, </a:t>
            </a:r>
            <a:r>
              <a:rPr dirty="0" err="1"/>
              <a:t>ub</a:t>
            </a:r>
            <a:r>
              <a:rPr dirty="0"/>
              <a:t>),</a:t>
            </a:r>
            <a:br>
              <a:rPr dirty="0"/>
            </a:br>
            <a:r>
              <a:rPr dirty="0"/>
              <a:t>    'SparseImageStar2DCOO': 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</a:rPr>
              <a:t>SparseImageStar2DCOO</a:t>
            </a:r>
            <a:r>
              <a:rPr dirty="0"/>
              <a:t>(</a:t>
            </a:r>
            <a:r>
              <a:rPr dirty="0" err="1"/>
              <a:t>lb</a:t>
            </a:r>
            <a:r>
              <a:rPr dirty="0"/>
              <a:t>, </a:t>
            </a:r>
            <a:r>
              <a:rPr dirty="0" err="1"/>
              <a:t>ub</a:t>
            </a:r>
            <a:r>
              <a:rPr dirty="0"/>
              <a:t>),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for </a:t>
            </a:r>
            <a:r>
              <a:rPr dirty="0" err="1"/>
              <a:t>set_name</a:t>
            </a:r>
            <a:r>
              <a:rPr dirty="0"/>
              <a:t>, </a:t>
            </a:r>
            <a:r>
              <a:rPr dirty="0" err="1"/>
              <a:t>input_set</a:t>
            </a:r>
            <a:r>
              <a:rPr dirty="0"/>
              <a:t> in </a:t>
            </a:r>
            <a:r>
              <a:rPr dirty="0" err="1"/>
              <a:t>input_sets.items</a:t>
            </a:r>
            <a:r>
              <a:rPr dirty="0"/>
              <a:t>():</a:t>
            </a:r>
            <a:br>
              <a:rPr dirty="0"/>
            </a:br>
            <a:r>
              <a:rPr dirty="0"/>
              <a:t>    </a:t>
            </a:r>
            <a:r>
              <a:rPr dirty="0">
                <a:solidFill>
                  <a:schemeClr val="accent1"/>
                </a:solidFill>
              </a:rPr>
              <a:t>result, </a:t>
            </a:r>
            <a:r>
              <a:rPr dirty="0" err="1">
                <a:solidFill>
                  <a:schemeClr val="accent1"/>
                </a:solidFill>
              </a:rPr>
              <a:t>reach_time</a:t>
            </a:r>
            <a:r>
              <a:rPr dirty="0">
                <a:solidFill>
                  <a:schemeClr val="accent1"/>
                </a:solidFill>
              </a:rPr>
              <a:t>, </a:t>
            </a:r>
            <a:r>
              <a:rPr dirty="0" err="1">
                <a:solidFill>
                  <a:schemeClr val="accent1"/>
                </a:solidFill>
              </a:rPr>
              <a:t>total_time</a:t>
            </a:r>
            <a:r>
              <a:rPr dirty="0">
                <a:solidFill>
                  <a:schemeClr val="accent1"/>
                </a:solidFill>
              </a:rPr>
              <a:t>, </a:t>
            </a:r>
            <a:r>
              <a:rPr dirty="0" err="1">
                <a:solidFill>
                  <a:schemeClr val="accent1"/>
                </a:solidFill>
              </a:rPr>
              <a:t>output_set</a:t>
            </a:r>
            <a:r>
              <a:rPr dirty="0">
                <a:solidFill>
                  <a:schemeClr val="accent1"/>
                </a:solidFill>
              </a:rPr>
              <a:t> </a:t>
            </a:r>
            <a:r>
              <a:rPr dirty="0"/>
              <a:t>= </a:t>
            </a:r>
            <a:r>
              <a:rPr b="1" dirty="0" err="1"/>
              <a:t>certifyRobustness</a:t>
            </a:r>
            <a:r>
              <a:rPr dirty="0"/>
              <a:t>(</a:t>
            </a:r>
            <a:br>
              <a:rPr dirty="0"/>
            </a:br>
            <a:r>
              <a:rPr dirty="0"/>
              <a:t>        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net=net, inputs=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input_set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, labels=label,</a:t>
            </a:r>
            <a:br>
              <a:rPr dirty="0">
                <a:solidFill>
                  <a:schemeClr val="accent6">
                    <a:lumMod val="75000"/>
                  </a:schemeClr>
                </a:solidFill>
              </a:rPr>
            </a:br>
            <a:r>
              <a:rPr dirty="0">
                <a:solidFill>
                  <a:schemeClr val="accent6">
                    <a:lumMod val="75000"/>
                  </a:schemeClr>
                </a:solidFill>
              </a:rPr>
              <a:t>       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reachability_method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='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approx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',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lp_solver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='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gurobi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br>
              <a:rPr dirty="0">
                <a:solidFill>
                  <a:schemeClr val="accent6">
                    <a:lumMod val="75000"/>
                  </a:schemeClr>
                </a:solidFill>
              </a:rPr>
            </a:br>
            <a:r>
              <a:rPr dirty="0"/>
              <a:t>   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7073" y="2123468"/>
            <a:ext cx="3749039" cy="1143000"/>
          </a:xfrm>
          <a:prstGeom prst="roundRect">
            <a:avLst/>
          </a:prstGeom>
          <a:solidFill>
            <a:srgbClr val="E2EE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71664" y="2233196"/>
            <a:ext cx="3419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A2140"/>
                </a:solidFill>
                <a:latin typeface="Aptos"/>
              </a:defRPr>
            </a:pPr>
            <a:r>
              <a:t>What changes across runs?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1664" y="2544092"/>
            <a:ext cx="3419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D3C"/>
                </a:solidFill>
                <a:latin typeface="Aptos"/>
              </a:defRPr>
            </a:pPr>
            <a:r>
              <a:t>Only the set representation changes.</a:t>
            </a:r>
            <a:br/>
            <a:r>
              <a:t>The network, property, label, and solver remain fixed.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07073" y="3540788"/>
            <a:ext cx="3749039" cy="1325880"/>
          </a:xfrm>
          <a:prstGeom prst="roundRect">
            <a:avLst/>
          </a:prstGeom>
          <a:solidFill>
            <a:srgbClr val="E1F4EC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71664" y="3650516"/>
            <a:ext cx="3419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A2140"/>
                </a:solidFill>
                <a:latin typeface="Aptos"/>
              </a:defRPr>
            </a:pPr>
            <a:r>
              <a:t>Why show all three?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1664" y="3961412"/>
            <a:ext cx="3419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D3C"/>
                </a:solidFill>
                <a:latin typeface="Aptos"/>
              </a:defRPr>
            </a:pPr>
            <a:r>
              <a:rPr dirty="0"/>
              <a:t>It makes the memory/scalability story concrete: </a:t>
            </a:r>
            <a:r>
              <a:rPr dirty="0" err="1"/>
              <a:t>ImageStar</a:t>
            </a:r>
            <a:r>
              <a:rPr dirty="0"/>
              <a:t> is simple; sparse variants target </a:t>
            </a:r>
            <a:r>
              <a:rPr lang="en-US" sz="1200" dirty="0"/>
              <a:t>large inputs and deep network with large number of perturbations.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20040" y="6565392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473"/>
                </a:solidFill>
              </a:defRPr>
            </a:pPr>
            <a:r>
              <a:t>StarV qualitative verification tutorial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510528"/>
            <a:ext cx="868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00"/>
                </a:solidFill>
              </a:defRPr>
            </a:pPr>
            <a:r>
              <a:t>19</a:t>
            </a: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524D9A9A-F2EF-36FE-9378-E7E683E60879}"/>
              </a:ext>
            </a:extLst>
          </p:cNvPr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DEMO</a:t>
            </a:r>
            <a:endParaRPr lang="en-US" sz="1400" dirty="0">
              <a:solidFill>
                <a:srgbClr val="2563EB"/>
              </a:solidFill>
            </a:endParaRPr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E1599B14-5854-721E-3BB7-A97654D6B572}"/>
              </a:ext>
            </a:extLst>
          </p:cNvPr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DF2A6E85-B37E-110C-C05E-693889A0262B}"/>
              </a:ext>
            </a:extLst>
          </p:cNvPr>
          <p:cNvSpPr/>
          <p:nvPr/>
        </p:nvSpPr>
        <p:spPr>
          <a:xfrm>
            <a:off x="502920" y="580645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500" b="1">
                <a:solidFill>
                  <a:srgbClr val="0A2140"/>
                </a:solidFill>
              </a:defRPr>
            </a:pPr>
            <a:r>
              <a:rPr lang="en-US" dirty="0"/>
              <a:t>Input-set representations and robustness call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1792" y="1234440"/>
            <a:ext cx="1078992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555D69"/>
                </a:solidFill>
                <a:latin typeface="Aptos"/>
              </a:defRPr>
            </a:pPr>
            <a:r>
              <a:rPr lang="en-US" sz="1600" dirty="0">
                <a:solidFill>
                  <a:srgbClr val="002060"/>
                </a:solidFill>
              </a:rPr>
              <a:t>A </a:t>
            </a:r>
            <a:r>
              <a:rPr sz="1600" dirty="0">
                <a:solidFill>
                  <a:srgbClr val="002060"/>
                </a:solidFill>
              </a:rPr>
              <a:t>pixel-wise segmentation network under a bounded darkening attack.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749039" cy="1783080"/>
          </a:xfrm>
          <a:prstGeom prst="roundRect">
            <a:avLst/>
          </a:prstGeom>
          <a:solidFill>
            <a:srgbClr val="E2EEFB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801368"/>
            <a:ext cx="3419856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52642"/>
                </a:solidFill>
              </a:defRPr>
            </a:pPr>
            <a:r>
              <a:t>Model and data</a:t>
            </a:r>
          </a:p>
          <a:p>
            <a:pPr>
              <a:spcAft>
                <a:spcPts val="400"/>
              </a:spcAft>
              <a:defRPr sz="1250">
                <a:solidFill>
                  <a:srgbClr val="141414"/>
                </a:solidFill>
              </a:defRPr>
            </a:pPr>
            <a:r>
              <a:t>Network: m2nist_75iou_transposedcnn_avgpool</a:t>
            </a:r>
          </a:p>
          <a:p>
            <a:pPr>
              <a:spcAft>
                <a:spcPts val="400"/>
              </a:spcAft>
              <a:defRPr sz="1250">
                <a:solidFill>
                  <a:srgbClr val="141414"/>
                </a:solidFill>
              </a:defRPr>
            </a:pPr>
            <a:r>
              <a:t>Image size: 64 × 84 × 1</a:t>
            </a:r>
          </a:p>
          <a:p>
            <a:pPr>
              <a:spcAft>
                <a:spcPts val="400"/>
              </a:spcAft>
              <a:defRPr sz="1250">
                <a:solidFill>
                  <a:srgbClr val="141414"/>
                </a:solidFill>
              </a:defRPr>
            </a:pPr>
            <a:r>
              <a:t>Classes: 0–9 digits, 10 background</a:t>
            </a:r>
          </a:p>
          <a:p>
            <a:pPr>
              <a:spcAft>
                <a:spcPts val="400"/>
              </a:spcAft>
              <a:defRPr sz="1250">
                <a:solidFill>
                  <a:srgbClr val="141414"/>
                </a:solidFill>
              </a:defRPr>
            </a:pPr>
            <a:r>
              <a:t>Output: one class logit vector per pixel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03320"/>
            <a:ext cx="3749039" cy="1783080"/>
          </a:xfrm>
          <a:prstGeom prst="roundRect">
            <a:avLst/>
          </a:prstGeom>
          <a:solidFill>
            <a:srgbClr val="E6F6E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3813048"/>
            <a:ext cx="3419856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52642"/>
                </a:solidFill>
              </a:defRPr>
            </a:pPr>
            <a:r>
              <a:rPr dirty="0"/>
              <a:t>Input set</a:t>
            </a:r>
          </a:p>
          <a:p>
            <a:pPr>
              <a:spcAft>
                <a:spcPts val="400"/>
              </a:spcAft>
              <a:defRPr sz="1250">
                <a:solidFill>
                  <a:srgbClr val="141414"/>
                </a:solidFill>
              </a:defRPr>
            </a:pPr>
            <a:r>
              <a:rPr dirty="0"/>
              <a:t>Attack: UBAA darkening</a:t>
            </a:r>
          </a:p>
          <a:p>
            <a:pPr>
              <a:spcAft>
                <a:spcPts val="400"/>
              </a:spcAft>
              <a:defRPr sz="1250">
                <a:solidFill>
                  <a:srgbClr val="141414"/>
                </a:solidFill>
              </a:defRPr>
            </a:pPr>
            <a:r>
              <a:rPr dirty="0" err="1"/>
              <a:t>image_index</a:t>
            </a:r>
            <a:r>
              <a:rPr dirty="0"/>
              <a:t> = 20</a:t>
            </a:r>
          </a:p>
          <a:p>
            <a:pPr>
              <a:spcAft>
                <a:spcPts val="400"/>
              </a:spcAft>
              <a:defRPr sz="1250">
                <a:solidFill>
                  <a:srgbClr val="141414"/>
                </a:solidFill>
              </a:defRPr>
            </a:pPr>
            <a:r>
              <a:rPr dirty="0" err="1"/>
              <a:t>num_max_pixels_attack</a:t>
            </a:r>
            <a:r>
              <a:rPr dirty="0"/>
              <a:t> = 25</a:t>
            </a:r>
          </a:p>
          <a:p>
            <a:pPr>
              <a:spcAft>
                <a:spcPts val="400"/>
              </a:spcAft>
              <a:defRPr sz="1250">
                <a:solidFill>
                  <a:srgbClr val="141414"/>
                </a:solidFill>
              </a:defRPr>
            </a:pPr>
            <a:r>
              <a:rPr dirty="0"/>
              <a:t>threshold d = 150, delta = 0.0</a:t>
            </a:r>
          </a:p>
          <a:p>
            <a:pPr>
              <a:spcAft>
                <a:spcPts val="400"/>
              </a:spcAft>
              <a:defRPr sz="1250">
                <a:solidFill>
                  <a:srgbClr val="141414"/>
                </a:solidFill>
              </a:defRPr>
            </a:pPr>
            <a:r>
              <a:rPr dirty="0"/>
              <a:t>Set types: </a:t>
            </a:r>
            <a:r>
              <a:rPr dirty="0" err="1"/>
              <a:t>ImageStar</a:t>
            </a:r>
            <a:r>
              <a:rPr dirty="0"/>
              <a:t>, </a:t>
            </a:r>
            <a:r>
              <a:rPr dirty="0" err="1"/>
              <a:t>SparseImageStar</a:t>
            </a:r>
            <a:r>
              <a:rPr dirty="0"/>
              <a:t> CSR/COO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91638"/>
            <a:ext cx="6903720" cy="301699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5B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0328" y="1874519"/>
            <a:ext cx="6492240" cy="301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1">
                <a:solidFill>
                  <a:srgbClr val="152642"/>
                </a:solidFill>
                <a:latin typeface="Aptos"/>
              </a:defRPr>
            </a:pPr>
            <a:r>
              <a:t>Pixel-wise robustness property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910328" y="2240280"/>
                <a:ext cx="6400800" cy="2930226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>
                <a:spAutoFit/>
              </a:bodyPr>
              <a:lstStyle/>
              <a:p>
                <a:pPr>
                  <a:defRPr sz="1400" b="0">
                    <a:solidFill>
                      <a:srgbClr val="141414"/>
                    </a:solidFill>
                    <a:latin typeface="Aptos"/>
                  </a:defRPr>
                </a:pPr>
                <a:r>
                  <a:rPr lang="en-US" dirty="0"/>
                  <a:t>For each pixel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dirty="0"/>
                  <a:t>nominal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>
                  <a:defRPr sz="1400" b="0">
                    <a:solidFill>
                      <a:srgbClr val="141414"/>
                    </a:solidFill>
                    <a:latin typeface="Aptos"/>
                  </a:defRPr>
                </a:pPr>
                <a:endParaRPr lang="ar-AE" dirty="0"/>
              </a:p>
              <a:p>
                <a:pPr>
                  <a:defRPr sz="1400" b="0">
                    <a:solidFill>
                      <a:srgbClr val="141414"/>
                    </a:solidFill>
                    <a:latin typeface="Aptos"/>
                  </a:defRPr>
                </a:pPr>
                <a:r>
                  <a:rPr lang="en-US" dirty="0"/>
                  <a:t>For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>
                  <a:defRPr sz="1400" b="0">
                    <a:solidFill>
                      <a:srgbClr val="141414"/>
                    </a:solidFill>
                    <a:latin typeface="Aptos"/>
                  </a:defRPr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</a:p>
              <a:p>
                <a:pPr>
                  <a:defRPr sz="1400" b="0">
                    <a:solidFill>
                      <a:srgbClr val="141414"/>
                    </a:solidFill>
                    <a:latin typeface="Aptos"/>
                  </a:defRPr>
                </a:pPr>
                <a:endParaRPr lang="en-US" dirty="0"/>
              </a:p>
              <a:p>
                <a:pPr>
                  <a:defRPr sz="1400" b="0">
                    <a:solidFill>
                      <a:srgbClr val="141414"/>
                    </a:solidFill>
                    <a:latin typeface="Aptos"/>
                  </a:defRPr>
                </a:pPr>
                <a:r>
                  <a:rPr lang="en-US" dirty="0"/>
                  <a:t>This produces a map of robust / unknown / non-robust pixels, not one scalar answer for the whole image.</a:t>
                </a:r>
              </a:p>
              <a:p>
                <a:pPr>
                  <a:defRPr sz="1400" b="0">
                    <a:solidFill>
                      <a:srgbClr val="141414"/>
                    </a:solidFill>
                    <a:latin typeface="Aptos"/>
                  </a:defRPr>
                </a:pPr>
                <a:endParaRPr lang="en-US" dirty="0"/>
              </a:p>
              <a:p>
                <a:pPr>
                  <a:defRPr sz="1400" b="0">
                    <a:solidFill>
                      <a:srgbClr val="141414"/>
                    </a:solidFill>
                    <a:latin typeface="Aptos"/>
                  </a:defRPr>
                </a:pPr>
                <a:r>
                  <a:rPr lang="en-US" dirty="0">
                    <a:solidFill>
                      <a:srgbClr val="002060"/>
                    </a:solidFill>
                    <a:latin typeface="Consolas" panose="020B0609020204030204" pitchFamily="49" charset="0"/>
                  </a:rPr>
                  <a:t>results = </a:t>
                </a:r>
                <a:r>
                  <a:rPr lang="en-US" dirty="0" err="1">
                    <a:solidFill>
                      <a:srgbClr val="D2A8FF"/>
                    </a:solidFill>
                    <a:latin typeface="Consolas" panose="020B0609020204030204" pitchFamily="49" charset="0"/>
                  </a:rPr>
                  <a:t>certifyRobustness_pixel</a:t>
                </a:r>
                <a:r>
                  <a:rPr lang="en-US" dirty="0">
                    <a:solidFill>
                      <a:srgbClr val="BBBEBF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dirty="0">
                    <a:solidFill>
                      <a:srgbClr val="002060"/>
                    </a:solidFill>
                    <a:latin typeface="Consolas" panose="020B0609020204030204" pitchFamily="49" charset="0"/>
                  </a:rPr>
                  <a:t>net, </a:t>
                </a:r>
                <a:r>
                  <a:rPr lang="en-US" dirty="0" err="1">
                    <a:solidFill>
                      <a:srgbClr val="002060"/>
                    </a:solidFill>
                    <a:latin typeface="Consolas" panose="020B0609020204030204" pitchFamily="49" charset="0"/>
                  </a:rPr>
                  <a:t>input_set</a:t>
                </a:r>
                <a:r>
                  <a:rPr lang="en-US" dirty="0">
                    <a:solidFill>
                      <a:srgbClr val="002060"/>
                    </a:solidFill>
                    <a:latin typeface="Consolas" panose="020B0609020204030204" pitchFamily="49" charset="0"/>
                  </a:rPr>
                  <a:t>, </a:t>
                </a:r>
                <a:r>
                  <a:rPr lang="en-US" dirty="0" err="1">
                    <a:solidFill>
                      <a:srgbClr val="002060"/>
                    </a:solidFill>
                    <a:latin typeface="Consolas" panose="020B0609020204030204" pitchFamily="49" charset="0"/>
                  </a:rPr>
                  <a:t>in_datas</a:t>
                </a:r>
                <a:r>
                  <a:rPr lang="en-US" dirty="0">
                    <a:solidFill>
                      <a:srgbClr val="002060"/>
                    </a:solidFill>
                    <a:latin typeface="Consolas" panose="020B0609020204030204" pitchFamily="49" charset="0"/>
                  </a:rPr>
                  <a:t>,</a:t>
                </a:r>
              </a:p>
              <a:p>
                <a:pPr>
                  <a:defRPr sz="1400" b="0">
                    <a:solidFill>
                      <a:srgbClr val="141414"/>
                    </a:solidFill>
                    <a:latin typeface="Aptos"/>
                  </a:defRPr>
                </a:pPr>
                <a:r>
                  <a:rPr lang="en-US" dirty="0">
                    <a:solidFill>
                      <a:srgbClr val="002060"/>
                    </a:solidFill>
                    <a:latin typeface="Consolas" panose="020B0609020204030204" pitchFamily="49" charset="0"/>
                  </a:rPr>
                  <a:t>			</a:t>
                </a:r>
                <a:r>
                  <a:rPr lang="en-US" dirty="0" err="1">
                    <a:solidFill>
                      <a:srgbClr val="002060"/>
                    </a:solidFill>
                    <a:latin typeface="Consolas" panose="020B0609020204030204" pitchFamily="49" charset="0"/>
                  </a:rPr>
                  <a:t>num_classes</a:t>
                </a:r>
                <a:r>
                  <a:rPr lang="en-US" dirty="0">
                    <a:solidFill>
                      <a:srgbClr val="002060"/>
                    </a:solidFill>
                    <a:latin typeface="Consolas" panose="020B0609020204030204" pitchFamily="49" charset="0"/>
                  </a:rPr>
                  <a:t>, </a:t>
                </a:r>
                <a:r>
                  <a:rPr lang="en-US" dirty="0" err="1">
                    <a:solidFill>
                      <a:srgbClr val="002060"/>
                    </a:solidFill>
                    <a:latin typeface="Consolas" panose="020B0609020204030204" pitchFamily="49" charset="0"/>
                  </a:rPr>
                  <a:t>veriMethod</a:t>
                </a:r>
                <a:r>
                  <a:rPr lang="en-US" dirty="0">
                    <a:solidFill>
                      <a:srgbClr val="002060"/>
                    </a:solidFill>
                    <a:latin typeface="Consolas" panose="020B0609020204030204" pitchFamily="49" charset="0"/>
                  </a:rPr>
                  <a:t>, </a:t>
                </a:r>
                <a:r>
                  <a:rPr lang="en-US" dirty="0" err="1">
                    <a:solidFill>
                      <a:srgbClr val="002060"/>
                    </a:solidFill>
                    <a:latin typeface="Consolas" panose="020B0609020204030204" pitchFamily="49" charset="0"/>
                  </a:rPr>
                  <a:t>reachMethod</a:t>
                </a:r>
                <a:r>
                  <a:rPr lang="en-US" dirty="0">
                    <a:solidFill>
                      <a:srgbClr val="002060"/>
                    </a:solidFill>
                    <a:latin typeface="Consolas" panose="020B0609020204030204" pitchFamily="49" charset="0"/>
                  </a:rPr>
                  <a:t>, </a:t>
                </a:r>
                <a:r>
                  <a:rPr lang="en-US" dirty="0" err="1">
                    <a:solidFill>
                      <a:srgbClr val="002060"/>
                    </a:solidFill>
                    <a:latin typeface="Consolas" panose="020B0609020204030204" pitchFamily="49" charset="0"/>
                  </a:rPr>
                  <a:t>lp_solver</a:t>
                </a:r>
                <a:r>
                  <a:rPr lang="en-US" dirty="0">
                    <a:solidFill>
                      <a:srgbClr val="BBBEBF"/>
                    </a:solidFill>
                    <a:latin typeface="Consolas" panose="020B0609020204030204" pitchFamily="49" charset="0"/>
                  </a:rPr>
                  <a:t>)</a:t>
                </a:r>
              </a:p>
              <a:p>
                <a:pPr>
                  <a:defRPr sz="1400" b="0">
                    <a:solidFill>
                      <a:srgbClr val="141414"/>
                    </a:solidFill>
                    <a:latin typeface="Aptos"/>
                  </a:defRPr>
                </a:pPr>
                <a:endParaRPr lang="en-US" dirty="0"/>
              </a:p>
              <a:p>
                <a:pPr>
                  <a:defRPr sz="1400" b="0">
                    <a:solidFill>
                      <a:srgbClr val="141414"/>
                    </a:solidFill>
                    <a:latin typeface="Aptos"/>
                  </a:defRPr>
                </a:pPr>
                <a:endParaRPr lang="en-US" dirty="0"/>
              </a:p>
              <a:p>
                <a:pPr>
                  <a:defRPr sz="1400" b="0">
                    <a:solidFill>
                      <a:srgbClr val="141414"/>
                    </a:solidFill>
                    <a:latin typeface="Aptos"/>
                  </a:defRPr>
                </a:pPr>
                <a:endParaRPr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328" y="2240280"/>
                <a:ext cx="6400800" cy="2930226"/>
              </a:xfrm>
              <a:prstGeom prst="rect">
                <a:avLst/>
              </a:prstGeom>
              <a:blipFill>
                <a:blip r:embed="rId3"/>
                <a:stretch>
                  <a:fillRect l="-1048"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snn_cell7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349" y="4814131"/>
            <a:ext cx="4944197" cy="20001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547104"/>
            <a:ext cx="5943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D69"/>
                </a:solidFill>
              </a:defRPr>
            </a:pPr>
            <a:r>
              <a:t>StarV qualitative verification tutorial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52881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D69"/>
                </a:solidFill>
              </a:defRPr>
            </a:pPr>
            <a:r>
              <a:t>21</a:t>
            </a: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1FFFDDB2-2EEB-F59F-2BB4-B58DC0DAC0AB}"/>
              </a:ext>
            </a:extLst>
          </p:cNvPr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SNN DEMO</a:t>
            </a:r>
            <a:endParaRPr lang="en-US" sz="1400" dirty="0">
              <a:solidFill>
                <a:srgbClr val="2563EB"/>
              </a:solidFill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E32D89D4-1C38-E125-C28C-B997DDF48EA1}"/>
              </a:ext>
            </a:extLst>
          </p:cNvPr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74B4983B-DDF4-7D64-B035-6850F9A5655F}"/>
              </a:ext>
            </a:extLst>
          </p:cNvPr>
          <p:cNvSpPr/>
          <p:nvPr/>
        </p:nvSpPr>
        <p:spPr>
          <a:xfrm>
            <a:off x="502920" y="580645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500" b="1">
                <a:solidFill>
                  <a:srgbClr val="0A2140"/>
                </a:solidFill>
              </a:defRPr>
            </a:pPr>
            <a:r>
              <a:rPr lang="en-US" dirty="0"/>
              <a:t>Demo 3: M2NIST semantic segmentation robustness verification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5">
            <a:extLst>
              <a:ext uri="{FF2B5EF4-FFF2-40B4-BE49-F238E27FC236}">
                <a16:creationId xmlns:a16="http://schemas.microsoft.com/office/drawing/2014/main" id="{79F45308-9174-C5C6-86C4-0CA7D4CA38B8}"/>
              </a:ext>
            </a:extLst>
          </p:cNvPr>
          <p:cNvSpPr/>
          <p:nvPr/>
        </p:nvSpPr>
        <p:spPr>
          <a:xfrm>
            <a:off x="6309360" y="2532888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qualitative verification is hard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444752"/>
            <a:ext cx="4608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dimension</a:t>
            </a:r>
            <a:endParaRPr lang="en-US" sz="1250" dirty="0"/>
          </a:p>
          <a:p>
            <a:r>
              <a:rPr lang="en-US" sz="1400" dirty="0"/>
              <a:t>Images and feature maps create millions of symbolic variables.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298448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73952" y="1444752"/>
            <a:ext cx="4608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ReLU ambiguity</a:t>
            </a:r>
            <a:endParaRPr lang="en-US" sz="1250" dirty="0"/>
          </a:p>
          <a:p>
            <a:r>
              <a:rPr lang="en-US" sz="1400" dirty="0"/>
              <a:t>Uncertain neurons require splitting for exactness or relaxation for scalability.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532888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2679192"/>
            <a:ext cx="4608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Accumulated over-approximation</a:t>
            </a:r>
            <a:endParaRPr lang="en-US" sz="1250" dirty="0"/>
          </a:p>
          <a:p>
            <a:r>
              <a:rPr lang="en-US" sz="1400" dirty="0"/>
              <a:t>Layer-by-layer abstraction errors grow with network depth.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73952" y="2679192"/>
            <a:ext cx="4608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explosion</a:t>
            </a:r>
            <a:endParaRPr lang="en-US" sz="1250" dirty="0"/>
          </a:p>
          <a:p>
            <a:r>
              <a:rPr lang="en-US" sz="1400" dirty="0"/>
              <a:t>Dense generators become infeasible for large inputs and deep CNNs.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767328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1832" y="3913632"/>
            <a:ext cx="4608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layer semantics</a:t>
            </a:r>
          </a:p>
          <a:p>
            <a:r>
              <a:rPr lang="en-US" sz="1400" dirty="0"/>
              <a:t>very layer must be propagated soundly; unsupported operations require conservative abstractions or cannot be verified.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51389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F35"/>
                </a:solidFill>
              </a:rPr>
              <a:t>ReLU case split intuition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14"/>
              <p:cNvSpPr/>
              <p:nvPr/>
            </p:nvSpPr>
            <p:spPr>
              <a:xfrm>
                <a:off x="3886200" y="5120640"/>
                <a:ext cx="74066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550" i="1" dirty="0" smtClean="0">
                        <a:solidFill>
                          <a:srgbClr val="4B5563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550" i="1" dirty="0" smtClean="0">
                        <a:solidFill>
                          <a:srgbClr val="4B556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sz="1550" i="1" dirty="0" smtClean="0">
                        <a:solidFill>
                          <a:srgbClr val="4B5563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1550" i="1" dirty="0" smtClean="0">
                        <a:solidFill>
                          <a:srgbClr val="4B5563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1550" i="1" dirty="0" smtClean="0">
                        <a:solidFill>
                          <a:srgbClr val="4B5563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50" i="1" dirty="0" smtClean="0">
                        <a:solidFill>
                          <a:srgbClr val="4B5563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550" i="1" dirty="0" smtClean="0">
                        <a:solidFill>
                          <a:srgbClr val="4B5563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550" i="1" dirty="0" smtClean="0">
                        <a:solidFill>
                          <a:srgbClr val="4B5563"/>
                        </a:solidFill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sz="1550" dirty="0">
                    <a:solidFill>
                      <a:srgbClr val="4B5563"/>
                    </a:solidFill>
                  </a:rPr>
                  <a:t>if x can be negative or positive, the verifier must split or over-approximate.</a:t>
                </a:r>
                <a:endParaRPr lang="en-US" sz="1550" dirty="0"/>
              </a:p>
            </p:txBody>
          </p:sp>
        </mc:Choice>
        <mc:Fallback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5120640"/>
                <a:ext cx="7406640" cy="256032"/>
              </a:xfrm>
              <a:prstGeom prst="rect">
                <a:avLst/>
              </a:prstGeom>
              <a:blipFill>
                <a:blip r:embed="rId3"/>
                <a:stretch>
                  <a:fillRect l="-658" t="-16667" b="-4285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5"/>
          <p:cNvSpPr/>
          <p:nvPr/>
        </p:nvSpPr>
        <p:spPr>
          <a:xfrm>
            <a:off x="502920" y="647395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 qualitative verification tutorial</a:t>
            </a:r>
            <a:endParaRPr lang="en-US" sz="80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951E656-8504-9FCF-51C8-0C957BABCD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 and transition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1F35"/>
                </a:solidFill>
              </a:rPr>
              <a:t>Three takeaways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78992" y="2112264"/>
            <a:ext cx="2871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reasons about sets,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sampled points.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96596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DDF7F3"/>
          </a:solidFill>
          <a:ln w="1397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45152" y="2112264"/>
            <a:ext cx="2871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FNN, CNN, and segmentation verification use the same pipeline:   </a:t>
            </a:r>
            <a:r>
              <a:rPr lang="en-US" sz="12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set → network → property → reachable set → decision.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11312" y="2112264"/>
            <a:ext cx="2871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Scalability requires tradeoffs:</a:t>
            </a:r>
          </a:p>
          <a:p>
            <a:pPr marL="0" indent="0">
              <a:buNone/>
            </a:pPr>
            <a:r>
              <a:rPr lang="en-US" sz="1280" b="1" dirty="0"/>
              <a:t>exact vs approximate reachability, </a:t>
            </a:r>
          </a:p>
          <a:p>
            <a:pPr marL="0" indent="0">
              <a:buNone/>
            </a:pPr>
            <a:r>
              <a:rPr lang="en-US" sz="1280" b="1" dirty="0"/>
              <a:t>dense vs sparse set representations.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914400" y="40416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1F35"/>
                </a:solidFill>
              </a:rPr>
              <a:t>Transition to quantitative verification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617720"/>
            <a:ext cx="9281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</a:rPr>
              <a:t>Qualitative verification asks whether a violation exists. Quantitative verification asks how likely violations are under uncertainty.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 qualitative verification tutorial</a:t>
            </a:r>
            <a:endParaRPr lang="en-US" sz="8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8F41DBF-2F72-BDFB-5C20-FA3336B5D09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3206</TotalTime>
  <Words>1895</Words>
  <Application>Microsoft Office PowerPoint</Application>
  <PresentationFormat>Widescreen</PresentationFormat>
  <Paragraphs>267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Cambria Math</vt:lpstr>
      <vt:lpstr>Consolas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Qualitative Neural Network Verification with StarV</dc:title>
  <dc:subject>StarV Qualitative Neural Network Verification Tutorial Template</dc:subject>
  <dc:creator>Sung Woo Choi</dc:creator>
  <cp:lastModifiedBy>Sung Woo Choi</cp:lastModifiedBy>
  <cp:revision>2</cp:revision>
  <dcterms:created xsi:type="dcterms:W3CDTF">2026-05-27T02:19:05Z</dcterms:created>
  <dcterms:modified xsi:type="dcterms:W3CDTF">2026-05-30T10:29:45Z</dcterms:modified>
</cp:coreProperties>
</file>